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sldIdLst>
    <p:sldId id="2147482658" r:id="rId5"/>
    <p:sldId id="2147482657" r:id="rId6"/>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23C"/>
    <a:srgbClr val="FFFFFF"/>
    <a:srgbClr val="00EB81"/>
    <a:srgbClr val="E6DCFF"/>
    <a:srgbClr val="0041F0"/>
    <a:srgbClr val="DCAFFF"/>
    <a:srgbClr val="FF50A0"/>
    <a:srgbClr val="FF3246"/>
    <a:srgbClr val="00FFFF"/>
    <a:srgbClr val="D4D4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021F68-0494-496A-BD4B-43C0DD56B880}" v="32" dt="2025-10-31T21:53:34.360"/>
    <p1510:client id="{F8B6DB93-B16F-4284-82B1-E93DAFE73FFA}" v="1" dt="2025-10-31T23:27:17.724"/>
  </p1510:revLst>
</p1510:revInfo>
</file>

<file path=ppt/tableStyles.xml><?xml version="1.0" encoding="utf-8"?>
<a:tblStyleLst xmlns:a="http://schemas.openxmlformats.org/drawingml/2006/main" def="{A0BC3CC4-8867-4C89-9D3F-A6A6B9ED4035}">
  <a:tblStyle styleId="{A0BC3CC4-8867-4C89-9D3F-A6A6B9ED4035}" styleName="Acc_Table_1">
    <a:wholeTbl>
      <a:tcTxStyle>
        <a:fontRef idx="minor">
          <a:prstClr val="black"/>
        </a:fontRef>
        <a:schemeClr val="dk1"/>
      </a:tcTxStyle>
      <a:tcStyle>
        <a:tcBdr>
          <a:left>
            <a:ln w="0" cmpd="sng">
              <a:solidFill>
                <a:srgbClr val="FFFFFF"/>
              </a:solidFill>
            </a:ln>
          </a:left>
          <a:right>
            <a:ln w="0" cmpd="sng">
              <a:solidFill>
                <a:srgbClr val="FFFFFF"/>
              </a:solidFill>
            </a:ln>
          </a:right>
          <a:top>
            <a:ln w="0" cmpd="sng">
              <a:solidFill>
                <a:srgbClr val="FFFFFF"/>
              </a:solidFill>
            </a:ln>
          </a:top>
          <a:bottom>
            <a:ln w="12700" cmpd="sng">
              <a:solidFill>
                <a:schemeClr val="dk1"/>
              </a:solidFill>
            </a:ln>
          </a:bottom>
          <a:insideH>
            <a:ln w="6350" cmpd="sng">
              <a:solidFill>
                <a:srgbClr val="D9D9D9"/>
              </a:solidFill>
            </a:ln>
          </a:insideH>
          <a:insideV>
            <a:ln w="6350" cmpd="sng">
              <a:solidFill>
                <a:srgbClr val="D9D9D9"/>
              </a:solidFill>
            </a:ln>
          </a:insideV>
        </a:tcBdr>
        <a:fill>
          <a:noFill/>
        </a:fill>
      </a:tcStyle>
    </a:wholeTbl>
    <a:band1H>
      <a:tcTxStyle>
        <a:fontRef idx="minor">
          <a:prstClr val="black"/>
        </a:fontRef>
        <a:schemeClr val="dk1"/>
      </a:tcTxStyle>
      <a:tcStyle>
        <a:tcBdr/>
        <a:fill>
          <a:solidFill>
            <a:srgbClr val="F2F2F2"/>
          </a:solidFill>
        </a:fill>
      </a:tcStyle>
    </a:band1H>
    <a:band1V>
      <a:tcTxStyle>
        <a:fontRef idx="minor">
          <a:prstClr val="black"/>
        </a:fontRef>
        <a:schemeClr val="dk1"/>
      </a:tcTxStyle>
      <a:tcStyle>
        <a:tcBdr/>
        <a:fill>
          <a:solidFill>
            <a:srgbClr val="F2F2F2"/>
          </a:solidFill>
        </a:fill>
      </a:tcStyle>
    </a:band1V>
    <a:lastCol>
      <a:tcTxStyle b="on">
        <a:fontRef idx="minor">
          <a:prstClr val="black"/>
        </a:fontRef>
        <a:schemeClr val="dk1"/>
      </a:tcTxStyle>
      <a:tcStyle>
        <a:tcBdr/>
      </a:tcStyle>
    </a:lastCol>
    <a:firstCol>
      <a:tcTxStyle b="on">
        <a:fontRef idx="minor">
          <a:prstClr val="black"/>
        </a:fontRef>
        <a:schemeClr val="dk1"/>
      </a:tcTxStyle>
      <a:tcStyle>
        <a:tcBdr/>
      </a:tcStyle>
    </a:firstCol>
    <a:lastRow>
      <a:tcTxStyle b="on">
        <a:fontRef idx="minor">
          <a:prstClr val="black"/>
        </a:fontRef>
        <a:schemeClr val="dk1"/>
      </a:tcTxStyle>
      <a:tcStyle>
        <a:tcBdr/>
      </a:tcStyle>
    </a:lastRow>
    <a:firstRow>
      <a:tcTxStyle b="on">
        <a:fontRef idx="minor">
          <a:prstClr val="black"/>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924" autoAdjust="0"/>
  </p:normalViewPr>
  <p:slideViewPr>
    <p:cSldViewPr snapToGrid="0" showGuides="1">
      <p:cViewPr varScale="1">
        <p:scale>
          <a:sx n="70" d="100"/>
          <a:sy n="70" d="100"/>
        </p:scale>
        <p:origin x="1157" y="27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8141"/>
    </p:cViewPr>
  </p:sorterViewPr>
  <p:notesViewPr>
    <p:cSldViewPr snapToGrid="0">
      <p:cViewPr varScale="1">
        <p:scale>
          <a:sx n="81" d="100"/>
          <a:sy n="81" d="100"/>
        </p:scale>
        <p:origin x="3516" y="5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828800" cy="212377"/>
          </a:xfrm>
          <a:prstGeom prst="rect">
            <a:avLst/>
          </a:prstGeom>
        </p:spPr>
        <p:txBody>
          <a:bodyPr vert="horz" lIns="91440" tIns="45720" rIns="91440" bIns="45720" rtlCol="0"/>
          <a:lstStyle>
            <a:lvl1pPr algn="l">
              <a:defRPr sz="800">
                <a:solidFill>
                  <a:schemeClr val="tx2"/>
                </a:solidFill>
                <a:latin typeface="+mn-lt"/>
              </a:defRPr>
            </a:lvl1pPr>
          </a:lstStyle>
          <a:p>
            <a:endParaRPr lang="en-US" dirty="0">
              <a:solidFill>
                <a:schemeClr val="tx2"/>
              </a:solidFill>
            </a:endParaRPr>
          </a:p>
        </p:txBody>
      </p:sp>
      <p:sp>
        <p:nvSpPr>
          <p:cNvPr id="3" name="Date Placeholder 2"/>
          <p:cNvSpPr>
            <a:spLocks noGrp="1"/>
          </p:cNvSpPr>
          <p:nvPr>
            <p:ph type="dt" idx="1"/>
          </p:nvPr>
        </p:nvSpPr>
        <p:spPr>
          <a:xfrm>
            <a:off x="5027613" y="0"/>
            <a:ext cx="1828800" cy="212377"/>
          </a:xfrm>
          <a:prstGeom prst="rect">
            <a:avLst/>
          </a:prstGeom>
        </p:spPr>
        <p:txBody>
          <a:bodyPr vert="horz" lIns="91440" tIns="45720" rIns="91440" bIns="45720" rtlCol="0"/>
          <a:lstStyle>
            <a:lvl1pPr algn="r">
              <a:defRPr sz="800">
                <a:solidFill>
                  <a:schemeClr val="tx2"/>
                </a:solidFill>
                <a:latin typeface="+mn-lt"/>
              </a:defRPr>
            </a:lvl1pPr>
          </a:lstStyle>
          <a:p>
            <a:fld id="{1DE7078C-3525-4C9B-BF62-C9FD13B9A875}" type="datetimeFigureOut">
              <a:rPr lang="en-US" smtClean="0"/>
              <a:pPr/>
              <a:t>1/18/2026</a:t>
            </a:fld>
            <a:endParaRPr lang="en-US" dirty="0"/>
          </a:p>
        </p:txBody>
      </p:sp>
      <p:sp>
        <p:nvSpPr>
          <p:cNvPr id="4" name="Slide Image Placeholder 3"/>
          <p:cNvSpPr>
            <a:spLocks noGrp="1" noRot="1" noChangeAspect="1"/>
          </p:cNvSpPr>
          <p:nvPr>
            <p:ph type="sldImg" idx="2"/>
          </p:nvPr>
        </p:nvSpPr>
        <p:spPr>
          <a:xfrm>
            <a:off x="50205" y="274505"/>
            <a:ext cx="4734172" cy="266297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50206" y="2999605"/>
            <a:ext cx="6751750" cy="586989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8923817"/>
            <a:ext cx="6217919" cy="212377"/>
          </a:xfrm>
          <a:prstGeom prst="rect">
            <a:avLst/>
          </a:prstGeom>
        </p:spPr>
        <p:txBody>
          <a:bodyPr vert="horz" lIns="91440" tIns="45720" rIns="91440" bIns="45720" rtlCol="0" anchor="b"/>
          <a:lstStyle>
            <a:lvl1pPr algn="l">
              <a:defRPr sz="800">
                <a:solidFill>
                  <a:schemeClr val="tx2"/>
                </a:solidFill>
                <a:latin typeface="+mn-lt"/>
              </a:defRPr>
            </a:lvl1pPr>
          </a:lstStyle>
          <a:p>
            <a:endParaRPr lang="en-US" dirty="0">
              <a:solidFill>
                <a:schemeClr val="tx2"/>
              </a:solidFill>
            </a:endParaRPr>
          </a:p>
        </p:txBody>
      </p:sp>
      <p:sp>
        <p:nvSpPr>
          <p:cNvPr id="7" name="Slide Number Placeholder 6"/>
          <p:cNvSpPr>
            <a:spLocks noGrp="1"/>
          </p:cNvSpPr>
          <p:nvPr>
            <p:ph type="sldNum" sz="quarter" idx="5"/>
          </p:nvPr>
        </p:nvSpPr>
        <p:spPr>
          <a:xfrm>
            <a:off x="6399213" y="8917749"/>
            <a:ext cx="457200" cy="218445"/>
          </a:xfrm>
          <a:prstGeom prst="rect">
            <a:avLst/>
          </a:prstGeom>
        </p:spPr>
        <p:txBody>
          <a:bodyPr vert="horz" lIns="91440" tIns="45720" rIns="91440" bIns="45720" rtlCol="0" anchor="b"/>
          <a:lstStyle>
            <a:lvl1pPr algn="r">
              <a:defRPr sz="800">
                <a:solidFill>
                  <a:schemeClr val="tx2"/>
                </a:solidFill>
                <a:latin typeface="+mn-lt"/>
              </a:defRPr>
            </a:lvl1pPr>
          </a:lstStyle>
          <a:p>
            <a:fld id="{436E8A87-18DA-4CCE-A8C2-BDBC489258C6}" type="slidenum">
              <a:rPr lang="en-US" smtClean="0"/>
              <a:pPr/>
              <a:t>‹#›</a:t>
            </a:fld>
            <a:endParaRPr lang="en-US" dirty="0"/>
          </a:p>
        </p:txBody>
      </p:sp>
    </p:spTree>
    <p:extLst>
      <p:ext uri="{BB962C8B-B14F-4D97-AF65-F5344CB8AC3E}">
        <p14:creationId xmlns:p14="http://schemas.microsoft.com/office/powerpoint/2010/main" val="667384980"/>
      </p:ext>
    </p:extLst>
  </p:cSld>
  <p:clrMap bg1="lt1" tx1="dk1" bg2="lt2" tx2="dk2" accent1="accent1" accent2="accent2" accent3="accent3" accent4="accent4" accent5="accent5" accent6="accent6" hlink="hlink" folHlink="folHlink"/>
  <p:notesStyle>
    <a:lvl1pPr marL="112713" indent="-112713" algn="l" defTabSz="914400" rtl="0" eaLnBrk="1" latinLnBrk="0" hangingPunct="1">
      <a:buFont typeface="Graphik" panose="020B0604020202020204" pitchFamily="34" charset="0"/>
      <a:buChar char="•"/>
      <a:defRPr sz="1100" kern="1200">
        <a:solidFill>
          <a:schemeClr val="tx1"/>
        </a:solidFill>
        <a:latin typeface="+mn-lt"/>
        <a:ea typeface="+mn-ea"/>
        <a:cs typeface="+mn-cs"/>
      </a:defRPr>
    </a:lvl1pPr>
    <a:lvl2pPr marL="230188" indent="-112713" algn="l">
      <a:buFont typeface="Graphik" panose="020B0604020202020204" pitchFamily="34" charset="0"/>
      <a:buChar char="•"/>
      <a:defRPr sz="1000">
        <a:latin typeface="+mn-lt"/>
      </a:defRPr>
    </a:lvl2pPr>
    <a:lvl3pPr marL="342900" indent="-112713" algn="l">
      <a:buFont typeface="Graphik" panose="020B0604020202020204" pitchFamily="34" charset="0"/>
      <a:buChar char="•"/>
      <a:defRPr sz="900">
        <a:latin typeface="+mn-lt"/>
      </a:defRPr>
    </a:lvl3pPr>
    <a:lvl4pPr marL="460375" indent="-112713" algn="l">
      <a:buFont typeface="Graphik" panose="020B0604020202020204" pitchFamily="34" charset="0"/>
      <a:buChar char="•"/>
      <a:defRPr sz="800">
        <a:latin typeface="+mn-lt"/>
      </a:defRPr>
    </a:lvl4pPr>
    <a:lvl5pPr marL="571500" indent="-112713" algn="l">
      <a:buFont typeface="Graphik" panose="020B0604020202020204" pitchFamily="34" charset="0"/>
      <a:buChar char="•"/>
      <a:defRPr sz="800">
        <a:latin typeface="+mn-lt"/>
      </a:defRPr>
    </a:lvl5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7FF053D-F28D-430E-0239-CE8ED6566411}"/>
              </a:ext>
            </a:extLst>
          </p:cNvPr>
          <p:cNvGraphicFramePr>
            <a:graphicFrameLocks noChangeAspect="1"/>
          </p:cNvGraphicFramePr>
          <p:nvPr userDrawn="1">
            <p:custDataLst>
              <p:tags r:id="rId1"/>
            </p:custDataLst>
            <p:extLst>
              <p:ext uri="{D42A27DB-BD31-4B8C-83A1-F6EECF244321}">
                <p14:modId xmlns:p14="http://schemas.microsoft.com/office/powerpoint/2010/main" val="2683971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think-cell data - do not delete" hidden="1">
                        <a:extLst>
                          <a:ext uri="{FF2B5EF4-FFF2-40B4-BE49-F238E27FC236}">
                            <a16:creationId xmlns:a16="http://schemas.microsoft.com/office/drawing/2014/main" id="{67FF053D-F28D-430E-0239-CE8ED65664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C06DB281-EA53-C29C-C70A-13D0082F3C67}"/>
              </a:ext>
            </a:extLst>
          </p:cNvPr>
          <p:cNvSpPr>
            <a:spLocks noGrp="1"/>
          </p:cNvSpPr>
          <p:nvPr>
            <p:ph type="title"/>
          </p:nvPr>
        </p:nvSpPr>
        <p:spPr>
          <a:xfrm>
            <a:off x="381000" y="380999"/>
            <a:ext cx="11430000" cy="432000"/>
          </a:xfrm>
        </p:spPr>
        <p:txBody>
          <a:bodyPr vert="horz"/>
          <a:lstStyle>
            <a:lvl1pPr>
              <a:defRPr b="0"/>
            </a:lvl1pPr>
          </a:lstStyle>
          <a:p>
            <a:r>
              <a:rPr lang="en-US" dirty="0"/>
              <a:t>Click to edit Master title style</a:t>
            </a:r>
          </a:p>
        </p:txBody>
      </p:sp>
      <p:sp>
        <p:nvSpPr>
          <p:cNvPr id="2" name="Footer Placeholder 1">
            <a:extLst>
              <a:ext uri="{FF2B5EF4-FFF2-40B4-BE49-F238E27FC236}">
                <a16:creationId xmlns:a16="http://schemas.microsoft.com/office/drawing/2014/main" id="{ECC1B7B8-2FCE-B823-1046-0985C007FCDB}"/>
              </a:ext>
            </a:extLst>
          </p:cNvPr>
          <p:cNvSpPr>
            <a:spLocks noGrp="1"/>
          </p:cNvSpPr>
          <p:nvPr>
            <p:ph type="ftr" sz="quarter" idx="10"/>
          </p:nvPr>
        </p:nvSpPr>
        <p:spPr/>
        <p:txBody>
          <a:bodyPr/>
          <a:lstStyle/>
          <a:p>
            <a:pPr algn="r" defTabSz="228600">
              <a:spcAft>
                <a:spcPts val="1200"/>
              </a:spcAft>
              <a:defRPr/>
            </a:pPr>
            <a:r>
              <a:rPr lang="en-US"/>
              <a:t>Copyright © 2025 Accenture. All rights reserved.</a:t>
            </a:r>
            <a:endParaRPr lang="en-GB" dirty="0"/>
          </a:p>
        </p:txBody>
      </p:sp>
      <p:sp>
        <p:nvSpPr>
          <p:cNvPr id="3" name="Slide Number Placeholder 2">
            <a:extLst>
              <a:ext uri="{FF2B5EF4-FFF2-40B4-BE49-F238E27FC236}">
                <a16:creationId xmlns:a16="http://schemas.microsoft.com/office/drawing/2014/main" id="{9B0FA015-B515-8D42-24DE-DB142CE72AA8}"/>
              </a:ext>
            </a:extLst>
          </p:cNvPr>
          <p:cNvSpPr>
            <a:spLocks noGrp="1"/>
          </p:cNvSpPr>
          <p:nvPr>
            <p:ph type="sldNum" sz="quarter" idx="11"/>
          </p:nvPr>
        </p:nvSpPr>
        <p:spPr/>
        <p:txBody>
          <a:body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04324501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ng Headline-subtitl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99A5850-98F6-A860-8A69-7A03A26B9408}"/>
              </a:ext>
            </a:extLst>
          </p:cNvPr>
          <p:cNvGraphicFramePr>
            <a:graphicFrameLocks noChangeAspect="1"/>
          </p:cNvGraphicFramePr>
          <p:nvPr userDrawn="1">
            <p:custDataLst>
              <p:tags r:id="rId1"/>
            </p:custDataLst>
            <p:extLst>
              <p:ext uri="{D42A27DB-BD31-4B8C-83A1-F6EECF244321}">
                <p14:modId xmlns:p14="http://schemas.microsoft.com/office/powerpoint/2010/main" val="38033133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899A5850-98F6-A860-8A69-7A03A26B94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AFF1CEE3-E058-7E9F-C296-DD3BD5D25A95}"/>
              </a:ext>
            </a:extLst>
          </p:cNvPr>
          <p:cNvSpPr>
            <a:spLocks noGrp="1"/>
          </p:cNvSpPr>
          <p:nvPr>
            <p:ph type="title"/>
          </p:nvPr>
        </p:nvSpPr>
        <p:spPr>
          <a:xfrm>
            <a:off x="381000" y="380999"/>
            <a:ext cx="11430000" cy="432000"/>
          </a:xfrm>
        </p:spPr>
        <p:txBody>
          <a:bodyPr vert="horz"/>
          <a:lstStyle/>
          <a:p>
            <a:r>
              <a:rPr lang="en-US" dirty="0"/>
              <a:t>Click to edit Master title style</a:t>
            </a:r>
          </a:p>
        </p:txBody>
      </p:sp>
      <p:sp>
        <p:nvSpPr>
          <p:cNvPr id="12" name="Text Placeholder 2">
            <a:extLst>
              <a:ext uri="{FF2B5EF4-FFF2-40B4-BE49-F238E27FC236}">
                <a16:creationId xmlns:a16="http://schemas.microsoft.com/office/drawing/2014/main" id="{658F9796-694A-BEBA-A26C-1BC9E5ABEF48}"/>
              </a:ext>
            </a:extLst>
          </p:cNvPr>
          <p:cNvSpPr>
            <a:spLocks noGrp="1"/>
          </p:cNvSpPr>
          <p:nvPr>
            <p:ph type="body" sz="quarter" idx="10"/>
          </p:nvPr>
        </p:nvSpPr>
        <p:spPr>
          <a:xfrm>
            <a:off x="381000" y="791592"/>
            <a:ext cx="11430000" cy="564388"/>
          </a:xfrm>
        </p:spPr>
        <p:txBody>
          <a:bodyPr/>
          <a:lstStyle>
            <a:lvl1pPr>
              <a:defRPr sz="1800">
                <a:solidFill>
                  <a:schemeClr val="accent1"/>
                </a:solidFill>
              </a:defRPr>
            </a:lvl1pPr>
          </a:lstStyle>
          <a:p>
            <a:pPr lvl="0"/>
            <a:endParaRPr lang="en-US" dirty="0"/>
          </a:p>
        </p:txBody>
      </p:sp>
      <p:sp>
        <p:nvSpPr>
          <p:cNvPr id="2" name="Footer Placeholder 1">
            <a:extLst>
              <a:ext uri="{FF2B5EF4-FFF2-40B4-BE49-F238E27FC236}">
                <a16:creationId xmlns:a16="http://schemas.microsoft.com/office/drawing/2014/main" id="{D22FA907-42B9-6FA1-C4DF-A540BFE35FDD}"/>
              </a:ext>
            </a:extLst>
          </p:cNvPr>
          <p:cNvSpPr>
            <a:spLocks noGrp="1"/>
          </p:cNvSpPr>
          <p:nvPr>
            <p:ph type="ftr" sz="quarter" idx="11"/>
          </p:nvPr>
        </p:nvSpPr>
        <p:spPr/>
        <p:txBody>
          <a:bodyPr/>
          <a:lstStyle/>
          <a:p>
            <a:pPr algn="r" defTabSz="228600">
              <a:spcAft>
                <a:spcPts val="1200"/>
              </a:spcAft>
              <a:defRPr/>
            </a:pPr>
            <a:r>
              <a:rPr lang="en-US"/>
              <a:t>Copyright © 2025 Accenture. All rights reserved.</a:t>
            </a:r>
            <a:endParaRPr lang="en-GB" dirty="0"/>
          </a:p>
        </p:txBody>
      </p:sp>
      <p:sp>
        <p:nvSpPr>
          <p:cNvPr id="3" name="Slide Number Placeholder 2">
            <a:extLst>
              <a:ext uri="{FF2B5EF4-FFF2-40B4-BE49-F238E27FC236}">
                <a16:creationId xmlns:a16="http://schemas.microsoft.com/office/drawing/2014/main" id="{D818C3AE-678A-48F5-EE59-84E1AE2DC085}"/>
              </a:ext>
            </a:extLst>
          </p:cNvPr>
          <p:cNvSpPr>
            <a:spLocks noGrp="1"/>
          </p:cNvSpPr>
          <p:nvPr>
            <p:ph type="sldNum" sz="quarter" idx="12"/>
          </p:nvPr>
        </p:nvSpPr>
        <p:spPr/>
        <p:txBody>
          <a:body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429691506"/>
      </p:ext>
    </p:extLst>
  </p:cSld>
  <p:clrMapOvr>
    <a:masterClrMapping/>
  </p:clrMapOvr>
  <p:extLst>
    <p:ext uri="{DCECCB84-F9BA-43D5-87BE-67443E8EF086}">
      <p15:sldGuideLst xmlns:p15="http://schemas.microsoft.com/office/powerpoint/2012/main">
        <p15:guide id="1" orient="horz" pos="932" userDrawn="1">
          <p15:clr>
            <a:srgbClr val="547EB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ong Headline-subtitle Inverte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99A5850-98F6-A860-8A69-7A03A26B9408}"/>
              </a:ext>
            </a:extLst>
          </p:cNvPr>
          <p:cNvGraphicFramePr>
            <a:graphicFrameLocks noChangeAspect="1"/>
          </p:cNvGraphicFramePr>
          <p:nvPr userDrawn="1">
            <p:custDataLst>
              <p:tags r:id="rId1"/>
            </p:custDataLst>
            <p:extLst>
              <p:ext uri="{D42A27DB-BD31-4B8C-83A1-F6EECF244321}">
                <p14:modId xmlns:p14="http://schemas.microsoft.com/office/powerpoint/2010/main" val="5004200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899A5850-98F6-A860-8A69-7A03A26B94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658F9796-694A-BEBA-A26C-1BC9E5ABEF48}"/>
              </a:ext>
            </a:extLst>
          </p:cNvPr>
          <p:cNvSpPr>
            <a:spLocks noGrp="1"/>
          </p:cNvSpPr>
          <p:nvPr>
            <p:ph type="body" sz="quarter" idx="10"/>
          </p:nvPr>
        </p:nvSpPr>
        <p:spPr>
          <a:xfrm>
            <a:off x="381000" y="308927"/>
            <a:ext cx="11430000" cy="324000"/>
          </a:xfrm>
        </p:spPr>
        <p:txBody>
          <a:bodyPr/>
          <a:lstStyle>
            <a:lvl1pPr>
              <a:defRPr sz="1600">
                <a:solidFill>
                  <a:schemeClr val="accent1"/>
                </a:solidFill>
              </a:defRPr>
            </a:lvl1pPr>
          </a:lstStyle>
          <a:p>
            <a:pPr lvl="0"/>
            <a:endParaRPr lang="pt-BR" dirty="0"/>
          </a:p>
        </p:txBody>
      </p:sp>
      <p:sp>
        <p:nvSpPr>
          <p:cNvPr id="10" name="Title 9">
            <a:extLst>
              <a:ext uri="{FF2B5EF4-FFF2-40B4-BE49-F238E27FC236}">
                <a16:creationId xmlns:a16="http://schemas.microsoft.com/office/drawing/2014/main" id="{AFF1CEE3-E058-7E9F-C296-DD3BD5D25A95}"/>
              </a:ext>
            </a:extLst>
          </p:cNvPr>
          <p:cNvSpPr>
            <a:spLocks noGrp="1"/>
          </p:cNvSpPr>
          <p:nvPr>
            <p:ph type="title"/>
          </p:nvPr>
        </p:nvSpPr>
        <p:spPr>
          <a:xfrm>
            <a:off x="381000" y="650247"/>
            <a:ext cx="11430000" cy="432000"/>
          </a:xfrm>
        </p:spPr>
        <p:txBody>
          <a:bodyPr vert="horz"/>
          <a:lstStyle/>
          <a:p>
            <a:r>
              <a:rPr lang="pt-BR" dirty="0"/>
              <a:t>Click </a:t>
            </a:r>
            <a:r>
              <a:rPr lang="pt-BR" dirty="0" err="1"/>
              <a:t>to</a:t>
            </a:r>
            <a:r>
              <a:rPr lang="pt-BR" dirty="0"/>
              <a:t> </a:t>
            </a:r>
            <a:r>
              <a:rPr lang="pt-BR" dirty="0" err="1"/>
              <a:t>edit</a:t>
            </a:r>
            <a:r>
              <a:rPr lang="pt-BR" dirty="0"/>
              <a:t> Master </a:t>
            </a:r>
            <a:r>
              <a:rPr lang="pt-BR" dirty="0" err="1"/>
              <a:t>title</a:t>
            </a:r>
            <a:r>
              <a:rPr lang="pt-BR" dirty="0"/>
              <a:t> </a:t>
            </a:r>
            <a:r>
              <a:rPr lang="pt-BR" dirty="0" err="1"/>
              <a:t>style</a:t>
            </a:r>
            <a:endParaRPr lang="pt-BR" dirty="0"/>
          </a:p>
        </p:txBody>
      </p:sp>
      <p:sp>
        <p:nvSpPr>
          <p:cNvPr id="2" name="Footer Placeholder 1">
            <a:extLst>
              <a:ext uri="{FF2B5EF4-FFF2-40B4-BE49-F238E27FC236}">
                <a16:creationId xmlns:a16="http://schemas.microsoft.com/office/drawing/2014/main" id="{38F9C570-8ADD-BDD4-0CD9-C5A9C02D16CD}"/>
              </a:ext>
            </a:extLst>
          </p:cNvPr>
          <p:cNvSpPr>
            <a:spLocks noGrp="1"/>
          </p:cNvSpPr>
          <p:nvPr>
            <p:ph type="ftr" sz="quarter" idx="11"/>
          </p:nvPr>
        </p:nvSpPr>
        <p:spPr/>
        <p:txBody>
          <a:bodyPr/>
          <a:lstStyle/>
          <a:p>
            <a:pPr algn="r" defTabSz="228600">
              <a:spcAft>
                <a:spcPts val="1200"/>
              </a:spcAft>
              <a:defRPr/>
            </a:pPr>
            <a:r>
              <a:rPr lang="en-US"/>
              <a:t>Copyright © 2025 Accenture. All rights reserved.</a:t>
            </a:r>
            <a:endParaRPr lang="en-GB" dirty="0"/>
          </a:p>
        </p:txBody>
      </p:sp>
      <p:sp>
        <p:nvSpPr>
          <p:cNvPr id="3" name="Slide Number Placeholder 2">
            <a:extLst>
              <a:ext uri="{FF2B5EF4-FFF2-40B4-BE49-F238E27FC236}">
                <a16:creationId xmlns:a16="http://schemas.microsoft.com/office/drawing/2014/main" id="{E3963760-62E3-11BA-AEE9-E17FF19CDCCD}"/>
              </a:ext>
            </a:extLst>
          </p:cNvPr>
          <p:cNvSpPr>
            <a:spLocks noGrp="1"/>
          </p:cNvSpPr>
          <p:nvPr>
            <p:ph type="sldNum" sz="quarter" idx="12"/>
          </p:nvPr>
        </p:nvSpPr>
        <p:spPr/>
        <p:txBody>
          <a:body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56794823"/>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ng Headline-subtitle Al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99A5850-98F6-A860-8A69-7A03A26B9408}"/>
              </a:ext>
            </a:extLst>
          </p:cNvPr>
          <p:cNvGraphicFramePr>
            <a:graphicFrameLocks noChangeAspect="1"/>
          </p:cNvGraphicFramePr>
          <p:nvPr userDrawn="1">
            <p:custDataLst>
              <p:tags r:id="rId1"/>
            </p:custDataLst>
            <p:extLst>
              <p:ext uri="{D42A27DB-BD31-4B8C-83A1-F6EECF244321}">
                <p14:modId xmlns:p14="http://schemas.microsoft.com/office/powerpoint/2010/main" val="25925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think-cell data - do not delete" hidden="1">
                        <a:extLst>
                          <a:ext uri="{FF2B5EF4-FFF2-40B4-BE49-F238E27FC236}">
                            <a16:creationId xmlns:a16="http://schemas.microsoft.com/office/drawing/2014/main" id="{899A5850-98F6-A860-8A69-7A03A26B94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658F9796-694A-BEBA-A26C-1BC9E5ABEF48}"/>
              </a:ext>
            </a:extLst>
          </p:cNvPr>
          <p:cNvSpPr>
            <a:spLocks noGrp="1"/>
          </p:cNvSpPr>
          <p:nvPr>
            <p:ph type="body" sz="quarter" idx="10"/>
          </p:nvPr>
        </p:nvSpPr>
        <p:spPr>
          <a:xfrm>
            <a:off x="381000" y="1147848"/>
            <a:ext cx="11430000" cy="564388"/>
          </a:xfrm>
        </p:spPr>
        <p:txBody>
          <a:bodyPr/>
          <a:lstStyle>
            <a:lvl1pPr>
              <a:defRPr sz="1800">
                <a:solidFill>
                  <a:schemeClr val="accent1"/>
                </a:solidFill>
              </a:defRPr>
            </a:lvl1pPr>
          </a:lstStyle>
          <a:p>
            <a:pPr lvl="0"/>
            <a:endParaRPr lang="en-US" dirty="0"/>
          </a:p>
        </p:txBody>
      </p:sp>
      <p:sp>
        <p:nvSpPr>
          <p:cNvPr id="11" name="Title 10">
            <a:extLst>
              <a:ext uri="{FF2B5EF4-FFF2-40B4-BE49-F238E27FC236}">
                <a16:creationId xmlns:a16="http://schemas.microsoft.com/office/drawing/2014/main" id="{99FC1387-F76A-5CD9-1471-AB709200A77D}"/>
              </a:ext>
            </a:extLst>
          </p:cNvPr>
          <p:cNvSpPr>
            <a:spLocks noGrp="1"/>
          </p:cNvSpPr>
          <p:nvPr>
            <p:ph type="title"/>
          </p:nvPr>
        </p:nvSpPr>
        <p:spPr>
          <a:xfrm>
            <a:off x="381000" y="380999"/>
            <a:ext cx="11430000" cy="432000"/>
          </a:xfrm>
        </p:spPr>
        <p:txBody>
          <a:bodyPr vert="horz"/>
          <a:lstStyle/>
          <a:p>
            <a:r>
              <a:rPr lang="en-US" dirty="0"/>
              <a:t>Click to edit Master title style</a:t>
            </a:r>
          </a:p>
        </p:txBody>
      </p:sp>
      <p:sp>
        <p:nvSpPr>
          <p:cNvPr id="2" name="Footer Placeholder 1">
            <a:extLst>
              <a:ext uri="{FF2B5EF4-FFF2-40B4-BE49-F238E27FC236}">
                <a16:creationId xmlns:a16="http://schemas.microsoft.com/office/drawing/2014/main" id="{9A9038AC-B619-5EB1-8D41-D4C38DBF5CDD}"/>
              </a:ext>
            </a:extLst>
          </p:cNvPr>
          <p:cNvSpPr>
            <a:spLocks noGrp="1"/>
          </p:cNvSpPr>
          <p:nvPr>
            <p:ph type="ftr" sz="quarter" idx="11"/>
          </p:nvPr>
        </p:nvSpPr>
        <p:spPr/>
        <p:txBody>
          <a:bodyPr/>
          <a:lstStyle/>
          <a:p>
            <a:pPr algn="r" defTabSz="228600">
              <a:spcAft>
                <a:spcPts val="1200"/>
              </a:spcAft>
              <a:defRPr/>
            </a:pPr>
            <a:r>
              <a:rPr lang="en-US"/>
              <a:t>Copyright © 2025 Accenture. All rights reserved.</a:t>
            </a:r>
            <a:endParaRPr lang="en-GB" dirty="0"/>
          </a:p>
        </p:txBody>
      </p:sp>
      <p:sp>
        <p:nvSpPr>
          <p:cNvPr id="3" name="Slide Number Placeholder 2">
            <a:extLst>
              <a:ext uri="{FF2B5EF4-FFF2-40B4-BE49-F238E27FC236}">
                <a16:creationId xmlns:a16="http://schemas.microsoft.com/office/drawing/2014/main" id="{9B4469A7-C007-9466-EA28-F04CC2C2FFDF}"/>
              </a:ext>
            </a:extLst>
          </p:cNvPr>
          <p:cNvSpPr>
            <a:spLocks noGrp="1"/>
          </p:cNvSpPr>
          <p:nvPr>
            <p:ph type="sldNum" sz="quarter" idx="12"/>
          </p:nvPr>
        </p:nvSpPr>
        <p:spPr/>
        <p:txBody>
          <a:body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744825755"/>
      </p:ext>
    </p:extLst>
  </p:cSld>
  <p:clrMapOvr>
    <a:masterClrMapping/>
  </p:clrMapOvr>
  <p:extLst>
    <p:ext uri="{DCECCB84-F9BA-43D5-87BE-67443E8EF086}">
      <p15:sldGuideLst xmlns:p15="http://schemas.microsoft.com/office/powerpoint/2012/main">
        <p15:guide id="1" orient="horz" pos="932" userDrawn="1">
          <p15:clr>
            <a:srgbClr val="547EB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D2B6B66-FB75-271B-FA63-2A6910A3EC49}"/>
              </a:ext>
            </a:extLst>
          </p:cNvPr>
          <p:cNvGraphicFramePr>
            <a:graphicFrameLocks noChangeAspect="1"/>
          </p:cNvGraphicFramePr>
          <p:nvPr userDrawn="1">
            <p:custDataLst>
              <p:tags r:id="rId1"/>
            </p:custDataLst>
            <p:extLst>
              <p:ext uri="{D42A27DB-BD31-4B8C-83A1-F6EECF244321}">
                <p14:modId xmlns:p14="http://schemas.microsoft.com/office/powerpoint/2010/main" val="3738762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7" name="think-cell data - do not delete" hidden="1">
                        <a:extLst>
                          <a:ext uri="{FF2B5EF4-FFF2-40B4-BE49-F238E27FC236}">
                            <a16:creationId xmlns:a16="http://schemas.microsoft.com/office/drawing/2014/main" id="{CD2B6B66-FB75-271B-FA63-2A6910A3EC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C3BC61A9-92B1-2D35-4680-3DE1FE9AB591}"/>
              </a:ext>
            </a:extLst>
          </p:cNvPr>
          <p:cNvSpPr>
            <a:spLocks noGrp="1"/>
          </p:cNvSpPr>
          <p:nvPr>
            <p:ph type="ftr" sz="quarter" idx="10"/>
          </p:nvPr>
        </p:nvSpPr>
        <p:spPr/>
        <p:txBody>
          <a:bodyPr/>
          <a:lstStyle/>
          <a:p>
            <a:pPr algn="r" defTabSz="228600">
              <a:spcAft>
                <a:spcPts val="1200"/>
              </a:spcAft>
              <a:defRPr/>
            </a:pPr>
            <a:r>
              <a:rPr lang="en-US"/>
              <a:t>Copyright © 2025 Accenture. All rights reserved.</a:t>
            </a:r>
            <a:endParaRPr lang="en-GB" dirty="0"/>
          </a:p>
        </p:txBody>
      </p:sp>
      <p:sp>
        <p:nvSpPr>
          <p:cNvPr id="4" name="Slide Number Placeholder 3">
            <a:extLst>
              <a:ext uri="{FF2B5EF4-FFF2-40B4-BE49-F238E27FC236}">
                <a16:creationId xmlns:a16="http://schemas.microsoft.com/office/drawing/2014/main" id="{2DF3B625-43D1-998E-66A4-B8CE5FAFEB1F}"/>
              </a:ext>
            </a:extLst>
          </p:cNvPr>
          <p:cNvSpPr>
            <a:spLocks noGrp="1"/>
          </p:cNvSpPr>
          <p:nvPr>
            <p:ph type="sldNum" sz="quarter" idx="11"/>
          </p:nvPr>
        </p:nvSpPr>
        <p:spPr/>
        <p:txBody>
          <a:body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28554261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692A13-E746-1AFF-6895-8E4F58EE8254}"/>
              </a:ext>
            </a:extLst>
          </p:cNvPr>
          <p:cNvSpPr>
            <a:spLocks noGrp="1"/>
          </p:cNvSpPr>
          <p:nvPr>
            <p:ph type="ftr" sz="quarter" idx="10"/>
          </p:nvPr>
        </p:nvSpPr>
        <p:spPr/>
        <p:txBody>
          <a:bodyPr/>
          <a:lstStyle/>
          <a:p>
            <a:pPr algn="r" defTabSz="228600">
              <a:spcAft>
                <a:spcPts val="1200"/>
              </a:spcAft>
              <a:defRPr/>
            </a:pPr>
            <a:r>
              <a:rPr lang="en-US"/>
              <a:t>Copyright © 2025 Accenture. All rights reserved.</a:t>
            </a:r>
            <a:endParaRPr lang="en-GB" dirty="0"/>
          </a:p>
        </p:txBody>
      </p:sp>
      <p:sp>
        <p:nvSpPr>
          <p:cNvPr id="3" name="Slide Number Placeholder 2">
            <a:extLst>
              <a:ext uri="{FF2B5EF4-FFF2-40B4-BE49-F238E27FC236}">
                <a16:creationId xmlns:a16="http://schemas.microsoft.com/office/drawing/2014/main" id="{79EE23C1-41D6-031C-A672-6D1A54479112}"/>
              </a:ext>
            </a:extLst>
          </p:cNvPr>
          <p:cNvSpPr>
            <a:spLocks noGrp="1"/>
          </p:cNvSpPr>
          <p:nvPr>
            <p:ph type="sldNum" sz="quarter" idx="11"/>
          </p:nvPr>
        </p:nvSpPr>
        <p:spPr/>
        <p:txBody>
          <a:body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304943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4499A4D-E1EC-608F-9006-A468770F6864}"/>
              </a:ext>
            </a:extLst>
          </p:cNvPr>
          <p:cNvGraphicFramePr>
            <a:graphicFrameLocks noChangeAspect="1"/>
          </p:cNvGraphicFramePr>
          <p:nvPr userDrawn="1">
            <p:custDataLst>
              <p:tags r:id="rId8"/>
            </p:custDataLst>
            <p:extLst>
              <p:ext uri="{D42A27DB-BD31-4B8C-83A1-F6EECF244321}">
                <p14:modId xmlns:p14="http://schemas.microsoft.com/office/powerpoint/2010/main" val="55529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6" name="think-cell data - do not delete" hidden="1">
                        <a:extLst>
                          <a:ext uri="{FF2B5EF4-FFF2-40B4-BE49-F238E27FC236}">
                            <a16:creationId xmlns:a16="http://schemas.microsoft.com/office/drawing/2014/main" id="{14499A4D-E1EC-608F-9006-A468770F6864}"/>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dirty="0"/>
              <a:t>Place headline here (32pt, min 28pt)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US" dirty="0"/>
              <a:t>Copyright © 2025 Accenture. All rights reserved.</a:t>
            </a:r>
            <a:endParaRPr lang="en-GB" dirty="0"/>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userDrawn="1"/>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dirty="0"/>
          </a:p>
        </p:txBody>
      </p:sp>
    </p:spTree>
    <p:extLst>
      <p:ext uri="{BB962C8B-B14F-4D97-AF65-F5344CB8AC3E}">
        <p14:creationId xmlns:p14="http://schemas.microsoft.com/office/powerpoint/2010/main" val="1195103446"/>
      </p:ext>
    </p:extLst>
  </p:cSld>
  <p:clrMap bg1="lt1" tx1="dk1" bg2="lt2" tx2="dk2" accent1="accent1" accent2="accent2" accent3="accent3" accent4="accent4" accent5="accent5" accent6="accent6" hlink="hlink" folHlink="folHlink"/>
  <p:sldLayoutIdLst>
    <p:sldLayoutId id="2147483655" r:id="rId1"/>
    <p:sldLayoutId id="2147483745" r:id="rId2"/>
    <p:sldLayoutId id="2147483747" r:id="rId3"/>
    <p:sldLayoutId id="2147483746" r:id="rId4"/>
    <p:sldLayoutId id="2147483741" r:id="rId5"/>
    <p:sldLayoutId id="2147483748" r:id="rId6"/>
  </p:sldLayoutIdLst>
  <p:hf hdr="0" dt="0"/>
  <p:txStyles>
    <p:titleStyle>
      <a:lvl1pPr algn="l" defTabSz="914400" rtl="0" eaLnBrk="1" latinLnBrk="0" hangingPunct="1">
        <a:lnSpc>
          <a:spcPct val="80000"/>
        </a:lnSpc>
        <a:spcBef>
          <a:spcPct val="0"/>
        </a:spcBef>
        <a:buNone/>
        <a:defRPr sz="2600" b="0" kern="1200" spc="-100" baseline="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600"/>
        </a:spcAft>
        <a:buFont typeface="Graphik" panose="020B0604020202020204" pitchFamily="34" charset="0"/>
        <a:buNone/>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C35EA4"/>
          </p15:clr>
        </p15:guide>
        <p15:guide id="2" orient="horz" pos="3976" userDrawn="1">
          <p15:clr>
            <a:srgbClr val="C35EA4"/>
          </p15:clr>
        </p15:guide>
        <p15:guide id="3" pos="240" userDrawn="1">
          <p15:clr>
            <a:srgbClr val="C35EA4"/>
          </p15:clr>
        </p15:guide>
        <p15:guide id="4" pos="7440" userDrawn="1">
          <p15:clr>
            <a:srgbClr val="C35E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18" Type="http://schemas.openxmlformats.org/officeDocument/2006/relationships/image" Target="../media/image16.jpeg"/><Relationship Id="rId3" Type="http://schemas.openxmlformats.org/officeDocument/2006/relationships/image" Target="../media/image3.jpeg"/><Relationship Id="rId7" Type="http://schemas.openxmlformats.org/officeDocument/2006/relationships/image" Target="../media/image6.png"/><Relationship Id="rId12" Type="http://schemas.openxmlformats.org/officeDocument/2006/relationships/image" Target="../media/image11.jpeg"/><Relationship Id="rId17" Type="http://schemas.microsoft.com/office/2007/relationships/hdphoto" Target="../media/hdphoto2.wdp"/><Relationship Id="rId2" Type="http://schemas.openxmlformats.org/officeDocument/2006/relationships/image" Target="../media/image2.png"/><Relationship Id="rId16"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0.svg"/><Relationship Id="rId5" Type="http://schemas.microsoft.com/office/2007/relationships/hdphoto" Target="../media/hdphoto1.wdp"/><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svg"/><Relationship Id="rId14" Type="http://schemas.openxmlformats.org/officeDocument/2006/relationships/image" Target="../media/image1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A5C243-B6D1-1018-8FD9-DB7B7AC15B5A}"/>
              </a:ext>
            </a:extLst>
          </p:cNvPr>
          <p:cNvSpPr>
            <a:spLocks noGrp="1"/>
          </p:cNvSpPr>
          <p:nvPr>
            <p:ph type="ftr" sz="quarter" idx="10"/>
          </p:nvPr>
        </p:nvSpPr>
        <p:spPr/>
        <p:txBody>
          <a:bodyPr/>
          <a:lstStyle/>
          <a:p>
            <a:pPr algn="r" defTabSz="228600">
              <a:spcAft>
                <a:spcPts val="1200"/>
              </a:spcAft>
              <a:defRPr/>
            </a:pPr>
            <a:r>
              <a:rPr lang="en-US"/>
              <a:t>Copyright © 2025 Accenture. All rights reserved.</a:t>
            </a:r>
            <a:endParaRPr lang="en-GB" dirty="0"/>
          </a:p>
        </p:txBody>
      </p:sp>
      <p:sp>
        <p:nvSpPr>
          <p:cNvPr id="3" name="Slide Number Placeholder 2">
            <a:extLst>
              <a:ext uri="{FF2B5EF4-FFF2-40B4-BE49-F238E27FC236}">
                <a16:creationId xmlns:a16="http://schemas.microsoft.com/office/drawing/2014/main" id="{7226662A-0253-F415-BF92-D4717C722762}"/>
              </a:ext>
            </a:extLst>
          </p:cNvPr>
          <p:cNvSpPr>
            <a:spLocks noGrp="1"/>
          </p:cNvSpPr>
          <p:nvPr>
            <p:ph type="sldNum" sz="quarter" idx="11"/>
          </p:nvPr>
        </p:nvSpPr>
        <p:spPr/>
        <p:txBody>
          <a:bodyPr/>
          <a:lstStyle/>
          <a:p>
            <a:fld id="{1F90F471-3972-4120-B8B3-0237DE626C35}" type="slidenum">
              <a:rPr lang="en-US" smtClean="0"/>
              <a:pPr/>
              <a:t>1</a:t>
            </a:fld>
            <a:endParaRPr lang="en-US" dirty="0"/>
          </a:p>
        </p:txBody>
      </p:sp>
      <p:grpSp>
        <p:nvGrpSpPr>
          <p:cNvPr id="4" name="Group 3">
            <a:extLst>
              <a:ext uri="{FF2B5EF4-FFF2-40B4-BE49-F238E27FC236}">
                <a16:creationId xmlns:a16="http://schemas.microsoft.com/office/drawing/2014/main" id="{2F877063-A394-2FE5-3E5C-040F773ED141}"/>
              </a:ext>
            </a:extLst>
          </p:cNvPr>
          <p:cNvGrpSpPr/>
          <p:nvPr/>
        </p:nvGrpSpPr>
        <p:grpSpPr>
          <a:xfrm>
            <a:off x="381000" y="1608386"/>
            <a:ext cx="3456002" cy="704032"/>
            <a:chOff x="384065" y="1608386"/>
            <a:chExt cx="3456002" cy="704032"/>
          </a:xfrm>
        </p:grpSpPr>
        <p:cxnSp>
          <p:nvCxnSpPr>
            <p:cNvPr id="5" name="Straight Connector 4">
              <a:extLst>
                <a:ext uri="{FF2B5EF4-FFF2-40B4-BE49-F238E27FC236}">
                  <a16:creationId xmlns:a16="http://schemas.microsoft.com/office/drawing/2014/main" id="{8DDB789A-FDC9-EBE4-6E9C-0C10C1B96291}"/>
                </a:ext>
              </a:extLst>
            </p:cNvPr>
            <p:cNvCxnSpPr>
              <a:cxnSpLocks/>
            </p:cNvCxnSpPr>
            <p:nvPr/>
          </p:nvCxnSpPr>
          <p:spPr>
            <a:xfrm>
              <a:off x="384067" y="1859743"/>
              <a:ext cx="345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C0D7716-5040-80C4-4B5F-4C2E06308E56}"/>
                </a:ext>
              </a:extLst>
            </p:cNvPr>
            <p:cNvSpPr txBox="1"/>
            <p:nvPr/>
          </p:nvSpPr>
          <p:spPr>
            <a:xfrm>
              <a:off x="384066" y="1608386"/>
              <a:ext cx="3456000" cy="215444"/>
            </a:xfrm>
            <a:prstGeom prst="rect">
              <a:avLst/>
            </a:prstGeom>
            <a:noFill/>
          </p:spPr>
          <p:txBody>
            <a:bodyPr wrap="square" lIns="0" tIns="0" rIns="0" bIns="0" rtlCol="0" anchor="b">
              <a:spAutoFit/>
            </a:bodyPr>
            <a:lstStyle/>
            <a:p>
              <a:pPr defTabSz="228600">
                <a:spcAft>
                  <a:spcPts val="300"/>
                </a:spcAft>
              </a:pPr>
              <a:r>
                <a:rPr lang="en-US" sz="1400" b="1"/>
                <a:t>Project Leadership</a:t>
              </a:r>
            </a:p>
          </p:txBody>
        </p:sp>
        <p:sp>
          <p:nvSpPr>
            <p:cNvPr id="7" name="TextBox 6">
              <a:extLst>
                <a:ext uri="{FF2B5EF4-FFF2-40B4-BE49-F238E27FC236}">
                  <a16:creationId xmlns:a16="http://schemas.microsoft.com/office/drawing/2014/main" id="{55DEC2FC-DAFA-7E9F-F31A-326436D0202A}"/>
                </a:ext>
              </a:extLst>
            </p:cNvPr>
            <p:cNvSpPr txBox="1"/>
            <p:nvPr/>
          </p:nvSpPr>
          <p:spPr>
            <a:xfrm>
              <a:off x="384065" y="1935228"/>
              <a:ext cx="3456000" cy="377190"/>
            </a:xfrm>
            <a:prstGeom prst="rect">
              <a:avLst/>
            </a:prstGeom>
            <a:noFill/>
          </p:spPr>
          <p:txBody>
            <a:bodyPr wrap="square" lIns="0" tIns="0" rIns="0" bIns="0" rtlCol="0" anchor="t">
              <a:noAutofit/>
            </a:bodyPr>
            <a:lstStyle/>
            <a:p>
              <a:pPr defTabSz="228600">
                <a:spcAft>
                  <a:spcPts val="1200"/>
                </a:spcAft>
              </a:pPr>
              <a:r>
                <a:rPr lang="en-US" sz="1100" dirty="0"/>
                <a:t>Responsible for the interface with Itaú's leadership and coordination of the team in deliverables</a:t>
              </a:r>
              <a:endParaRPr lang="en-US" sz="1100" noProof="0" dirty="0"/>
            </a:p>
          </p:txBody>
        </p:sp>
      </p:grpSp>
      <p:grpSp>
        <p:nvGrpSpPr>
          <p:cNvPr id="8" name="Group 7">
            <a:extLst>
              <a:ext uri="{FF2B5EF4-FFF2-40B4-BE49-F238E27FC236}">
                <a16:creationId xmlns:a16="http://schemas.microsoft.com/office/drawing/2014/main" id="{688189C5-22AA-1E4C-7CBA-EA5880425B6F}"/>
              </a:ext>
            </a:extLst>
          </p:cNvPr>
          <p:cNvGrpSpPr/>
          <p:nvPr/>
        </p:nvGrpSpPr>
        <p:grpSpPr>
          <a:xfrm>
            <a:off x="8355000" y="1608386"/>
            <a:ext cx="3456000" cy="704032"/>
            <a:chOff x="8213120" y="1608386"/>
            <a:chExt cx="3456000" cy="704032"/>
          </a:xfrm>
        </p:grpSpPr>
        <p:cxnSp>
          <p:nvCxnSpPr>
            <p:cNvPr id="9" name="Straight Connector 8">
              <a:extLst>
                <a:ext uri="{FF2B5EF4-FFF2-40B4-BE49-F238E27FC236}">
                  <a16:creationId xmlns:a16="http://schemas.microsoft.com/office/drawing/2014/main" id="{3CF6A1A0-E5C4-AF2F-EF36-E4B7821F04F4}"/>
                </a:ext>
              </a:extLst>
            </p:cNvPr>
            <p:cNvCxnSpPr>
              <a:cxnSpLocks/>
            </p:cNvCxnSpPr>
            <p:nvPr/>
          </p:nvCxnSpPr>
          <p:spPr>
            <a:xfrm>
              <a:off x="8213120" y="1859743"/>
              <a:ext cx="345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BD28192-9C07-F56C-3CE6-DCB98B8FBE58}"/>
                </a:ext>
              </a:extLst>
            </p:cNvPr>
            <p:cNvSpPr txBox="1"/>
            <p:nvPr/>
          </p:nvSpPr>
          <p:spPr>
            <a:xfrm>
              <a:off x="8213120" y="1608386"/>
              <a:ext cx="3456000" cy="215444"/>
            </a:xfrm>
            <a:prstGeom prst="rect">
              <a:avLst/>
            </a:prstGeom>
            <a:noFill/>
          </p:spPr>
          <p:txBody>
            <a:bodyPr wrap="square" lIns="0" tIns="0" rIns="0" bIns="0" rtlCol="0" anchor="b">
              <a:spAutoFit/>
            </a:bodyPr>
            <a:lstStyle/>
            <a:p>
              <a:pPr defTabSz="228600">
                <a:spcAft>
                  <a:spcPts val="300"/>
                </a:spcAft>
              </a:pPr>
              <a:r>
                <a:rPr lang="en-US" sz="1400" b="1"/>
                <a:t>Advisory Committee</a:t>
              </a:r>
            </a:p>
          </p:txBody>
        </p:sp>
        <p:sp>
          <p:nvSpPr>
            <p:cNvPr id="11" name="TextBox 10">
              <a:extLst>
                <a:ext uri="{FF2B5EF4-FFF2-40B4-BE49-F238E27FC236}">
                  <a16:creationId xmlns:a16="http://schemas.microsoft.com/office/drawing/2014/main" id="{38730283-5E95-661A-DE8B-9DD3229BC482}"/>
                </a:ext>
              </a:extLst>
            </p:cNvPr>
            <p:cNvSpPr txBox="1"/>
            <p:nvPr/>
          </p:nvSpPr>
          <p:spPr>
            <a:xfrm>
              <a:off x="8213120" y="1935228"/>
              <a:ext cx="3456000" cy="377190"/>
            </a:xfrm>
            <a:prstGeom prst="rect">
              <a:avLst/>
            </a:prstGeom>
            <a:noFill/>
          </p:spPr>
          <p:txBody>
            <a:bodyPr wrap="square" lIns="0" tIns="0" rIns="0" bIns="0" rtlCol="0">
              <a:noAutofit/>
            </a:bodyPr>
            <a:lstStyle/>
            <a:p>
              <a:pPr defTabSz="228600">
                <a:spcAft>
                  <a:spcPts val="1200"/>
                </a:spcAft>
              </a:pPr>
              <a:r>
                <a:rPr lang="en-US" sz="1100" dirty="0"/>
                <a:t>Committee set up to support in-depth discussions of industry content</a:t>
              </a:r>
              <a:endParaRPr lang="en-US" sz="1100" noProof="0" dirty="0"/>
            </a:p>
          </p:txBody>
        </p:sp>
      </p:grpSp>
      <p:grpSp>
        <p:nvGrpSpPr>
          <p:cNvPr id="12" name="Group 11">
            <a:extLst>
              <a:ext uri="{FF2B5EF4-FFF2-40B4-BE49-F238E27FC236}">
                <a16:creationId xmlns:a16="http://schemas.microsoft.com/office/drawing/2014/main" id="{78DE627B-FC31-99AB-171F-EDC4105BDBA9}"/>
              </a:ext>
            </a:extLst>
          </p:cNvPr>
          <p:cNvGrpSpPr/>
          <p:nvPr/>
        </p:nvGrpSpPr>
        <p:grpSpPr>
          <a:xfrm>
            <a:off x="4368001" y="1608386"/>
            <a:ext cx="3456000" cy="727548"/>
            <a:chOff x="4298594" y="1608386"/>
            <a:chExt cx="3456000" cy="727548"/>
          </a:xfrm>
        </p:grpSpPr>
        <p:cxnSp>
          <p:nvCxnSpPr>
            <p:cNvPr id="13" name="Straight Connector 12">
              <a:extLst>
                <a:ext uri="{FF2B5EF4-FFF2-40B4-BE49-F238E27FC236}">
                  <a16:creationId xmlns:a16="http://schemas.microsoft.com/office/drawing/2014/main" id="{2BFC8289-FB73-CC35-BB63-2BE53EFFE0A1}"/>
                </a:ext>
              </a:extLst>
            </p:cNvPr>
            <p:cNvCxnSpPr>
              <a:cxnSpLocks/>
            </p:cNvCxnSpPr>
            <p:nvPr/>
          </p:nvCxnSpPr>
          <p:spPr>
            <a:xfrm>
              <a:off x="4298594" y="1859743"/>
              <a:ext cx="345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953E00-9C73-25A0-FB2E-C6A9DEA16B82}"/>
                </a:ext>
              </a:extLst>
            </p:cNvPr>
            <p:cNvSpPr txBox="1"/>
            <p:nvPr/>
          </p:nvSpPr>
          <p:spPr>
            <a:xfrm>
              <a:off x="4298594" y="1608386"/>
              <a:ext cx="3456000" cy="215444"/>
            </a:xfrm>
            <a:prstGeom prst="rect">
              <a:avLst/>
            </a:prstGeom>
            <a:noFill/>
          </p:spPr>
          <p:txBody>
            <a:bodyPr wrap="square" lIns="0" tIns="0" rIns="0" bIns="0" rtlCol="0" anchor="b">
              <a:spAutoFit/>
            </a:bodyPr>
            <a:lstStyle/>
            <a:p>
              <a:pPr defTabSz="228600">
                <a:spcAft>
                  <a:spcPts val="300"/>
                </a:spcAft>
              </a:pPr>
              <a:r>
                <a:rPr lang="en-US" sz="1400" b="1"/>
                <a:t>Leadership for Itaú</a:t>
              </a:r>
            </a:p>
          </p:txBody>
        </p:sp>
        <p:sp>
          <p:nvSpPr>
            <p:cNvPr id="15" name="TextBox 14">
              <a:extLst>
                <a:ext uri="{FF2B5EF4-FFF2-40B4-BE49-F238E27FC236}">
                  <a16:creationId xmlns:a16="http://schemas.microsoft.com/office/drawing/2014/main" id="{3FEF0680-0200-986B-E688-BCEE2CFC8720}"/>
                </a:ext>
              </a:extLst>
            </p:cNvPr>
            <p:cNvSpPr txBox="1"/>
            <p:nvPr/>
          </p:nvSpPr>
          <p:spPr>
            <a:xfrm>
              <a:off x="4298594" y="1958744"/>
              <a:ext cx="3456000" cy="377190"/>
            </a:xfrm>
            <a:prstGeom prst="rect">
              <a:avLst/>
            </a:prstGeom>
            <a:noFill/>
          </p:spPr>
          <p:txBody>
            <a:bodyPr wrap="square" lIns="0" tIns="0" rIns="0" bIns="0" rtlCol="0">
              <a:noAutofit/>
            </a:bodyPr>
            <a:lstStyle/>
            <a:p>
              <a:pPr defTabSz="228600">
                <a:spcAft>
                  <a:spcPts val="1200"/>
                </a:spcAft>
              </a:pPr>
              <a:r>
                <a:rPr lang="en-US" sz="1100"/>
                <a:t>Responsible for the success of the relationship between Itaú and Accenture</a:t>
              </a:r>
              <a:endParaRPr lang="en-US" sz="1100" noProof="0"/>
            </a:p>
          </p:txBody>
        </p:sp>
      </p:grpSp>
      <p:sp>
        <p:nvSpPr>
          <p:cNvPr id="16" name="TextBox 15">
            <a:extLst>
              <a:ext uri="{FF2B5EF4-FFF2-40B4-BE49-F238E27FC236}">
                <a16:creationId xmlns:a16="http://schemas.microsoft.com/office/drawing/2014/main" id="{39281ECC-7B9E-C101-1F55-3E4CB13A3F9C}"/>
              </a:ext>
            </a:extLst>
          </p:cNvPr>
          <p:cNvSpPr txBox="1"/>
          <p:nvPr/>
        </p:nvSpPr>
        <p:spPr>
          <a:xfrm>
            <a:off x="370131" y="5456525"/>
            <a:ext cx="11354509" cy="743518"/>
          </a:xfrm>
          <a:prstGeom prst="rect">
            <a:avLst/>
          </a:prstGeom>
          <a:solidFill>
            <a:schemeClr val="accent5">
              <a:lumMod val="20000"/>
              <a:lumOff val="80000"/>
            </a:schemeClr>
          </a:solidFill>
        </p:spPr>
        <p:txBody>
          <a:bodyPr wrap="square" anchor="ctr">
            <a:noAutofit/>
          </a:bodyPr>
          <a:lstStyle/>
          <a:p>
            <a:pPr algn="ctr"/>
            <a:r>
              <a:rPr lang="en-US" sz="1200" i="1" dirty="0">
                <a:solidFill>
                  <a:schemeClr val="tx1">
                    <a:lumMod val="85000"/>
                    <a:lumOff val="15000"/>
                  </a:schemeClr>
                </a:solidFill>
                <a:latin typeface="Graphik" panose="020B0503030202060203" pitchFamily="34" charset="0"/>
                <a:ea typeface="Times New Roman" panose="02020603050405020304" pitchFamily="18" charset="0"/>
                <a:cs typeface="Arial" panose="020B0604020202020204" pitchFamily="34" charset="0"/>
              </a:rPr>
              <a:t>Our senior executives will be in the day-to-day of the project and will be an effective part of the team that will be together with Itaú, throughout the process of mapping and discussing opportunities, not only having the role of administrators.</a:t>
            </a:r>
            <a:endParaRPr lang="en-US" sz="1200" i="1" dirty="0"/>
          </a:p>
        </p:txBody>
      </p:sp>
      <p:grpSp>
        <p:nvGrpSpPr>
          <p:cNvPr id="17" name="Group 16">
            <a:extLst>
              <a:ext uri="{FF2B5EF4-FFF2-40B4-BE49-F238E27FC236}">
                <a16:creationId xmlns:a16="http://schemas.microsoft.com/office/drawing/2014/main" id="{E6B10810-5DA0-5981-EB1B-6CCCC328FFD5}"/>
              </a:ext>
            </a:extLst>
          </p:cNvPr>
          <p:cNvGrpSpPr/>
          <p:nvPr/>
        </p:nvGrpSpPr>
        <p:grpSpPr>
          <a:xfrm>
            <a:off x="414629" y="2533858"/>
            <a:ext cx="3388745" cy="2570524"/>
            <a:chOff x="386310" y="2626218"/>
            <a:chExt cx="3388745" cy="2570524"/>
          </a:xfrm>
        </p:grpSpPr>
        <p:sp>
          <p:nvSpPr>
            <p:cNvPr id="18" name="Oval 17">
              <a:extLst>
                <a:ext uri="{FF2B5EF4-FFF2-40B4-BE49-F238E27FC236}">
                  <a16:creationId xmlns:a16="http://schemas.microsoft.com/office/drawing/2014/main" id="{89C0F252-BBD3-D569-A568-04A30337E592}"/>
                </a:ext>
              </a:extLst>
            </p:cNvPr>
            <p:cNvSpPr/>
            <p:nvPr/>
          </p:nvSpPr>
          <p:spPr>
            <a:xfrm>
              <a:off x="386310" y="2626218"/>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19" name="TextBox 18">
              <a:extLst>
                <a:ext uri="{FF2B5EF4-FFF2-40B4-BE49-F238E27FC236}">
                  <a16:creationId xmlns:a16="http://schemas.microsoft.com/office/drawing/2014/main" id="{ECAA7A00-41B7-FD57-6B02-FCEC16327E14}"/>
                </a:ext>
              </a:extLst>
            </p:cNvPr>
            <p:cNvSpPr txBox="1"/>
            <p:nvPr/>
          </p:nvSpPr>
          <p:spPr>
            <a:xfrm>
              <a:off x="1039055" y="2626218"/>
              <a:ext cx="2736000" cy="576000"/>
            </a:xfrm>
            <a:prstGeom prst="rect">
              <a:avLst/>
            </a:prstGeom>
            <a:noFill/>
          </p:spPr>
          <p:txBody>
            <a:bodyPr wrap="square" lIns="0" tIns="0" rIns="0" bIns="0" rtlCol="0" anchor="ctr">
              <a:noAutofit/>
            </a:bodyPr>
            <a:lstStyle/>
            <a:p>
              <a:pPr algn="l" defTabSz="228600"/>
              <a:r>
                <a:rPr lang="en-US" sz="1100" b="1"/>
                <a:t>Douglas F. Silva</a:t>
              </a:r>
              <a:endParaRPr lang="en-US" sz="1100" b="1" noProof="0"/>
            </a:p>
            <a:p>
              <a:pPr algn="l" defTabSz="228600"/>
              <a:r>
                <a:rPr lang="en-US" sz="1100" i="1"/>
                <a:t>Managing Director </a:t>
              </a:r>
              <a:br>
                <a:rPr lang="en-US" sz="1100"/>
              </a:br>
              <a:r>
                <a:rPr lang="en-US" sz="1100"/>
                <a:t>Tech Strategy for Banking Expert</a:t>
              </a:r>
              <a:endParaRPr lang="en-US" sz="1100" noProof="0"/>
            </a:p>
          </p:txBody>
        </p:sp>
        <p:pic>
          <p:nvPicPr>
            <p:cNvPr id="20" name="Picture 19">
              <a:extLst>
                <a:ext uri="{FF2B5EF4-FFF2-40B4-BE49-F238E27FC236}">
                  <a16:creationId xmlns:a16="http://schemas.microsoft.com/office/drawing/2014/main" id="{7ED8EAC0-E70F-FE48-26A7-A0B140610D6A}"/>
                </a:ext>
              </a:extLst>
            </p:cNvPr>
            <p:cNvPicPr>
              <a:picLocks noChangeAspect="1"/>
            </p:cNvPicPr>
            <p:nvPr/>
          </p:nvPicPr>
          <p:blipFill>
            <a:blip r:embed="rId2">
              <a:grayscl/>
            </a:blip>
            <a:stretch>
              <a:fillRect/>
            </a:stretch>
          </p:blipFill>
          <p:spPr>
            <a:xfrm>
              <a:off x="386310" y="2626218"/>
              <a:ext cx="576000" cy="576000"/>
            </a:xfrm>
            <a:prstGeom prst="ellipse">
              <a:avLst/>
            </a:prstGeom>
            <a:blipFill>
              <a:blip r:embed="rId3">
                <a:grayscl/>
              </a:blip>
              <a:stretch>
                <a:fillRect/>
              </a:stretch>
            </a:blipFill>
            <a:ln>
              <a:noFill/>
            </a:ln>
          </p:spPr>
        </p:pic>
        <p:sp>
          <p:nvSpPr>
            <p:cNvPr id="21" name="TextBox 20">
              <a:extLst>
                <a:ext uri="{FF2B5EF4-FFF2-40B4-BE49-F238E27FC236}">
                  <a16:creationId xmlns:a16="http://schemas.microsoft.com/office/drawing/2014/main" id="{C948C68B-C15C-B3D5-6FE4-F06D48586025}"/>
                </a:ext>
              </a:extLst>
            </p:cNvPr>
            <p:cNvSpPr txBox="1"/>
            <p:nvPr/>
          </p:nvSpPr>
          <p:spPr>
            <a:xfrm>
              <a:off x="1039054" y="3592942"/>
              <a:ext cx="2736000" cy="576000"/>
            </a:xfrm>
            <a:prstGeom prst="rect">
              <a:avLst/>
            </a:prstGeom>
            <a:noFill/>
          </p:spPr>
          <p:txBody>
            <a:bodyPr wrap="square" lIns="0" tIns="0" rIns="0" bIns="0" rtlCol="0" anchor="ctr">
              <a:noAutofit/>
            </a:bodyPr>
            <a:lstStyle/>
            <a:p>
              <a:pPr algn="l" defTabSz="228600"/>
              <a:r>
                <a:rPr lang="en-US" sz="1100" b="1"/>
                <a:t>Brenno Graciotti</a:t>
              </a:r>
              <a:endParaRPr lang="en-US" sz="1100" b="1" noProof="0"/>
            </a:p>
            <a:p>
              <a:pPr algn="l" defTabSz="228600"/>
              <a:r>
                <a:rPr lang="en-US" sz="1100" i="1"/>
                <a:t>Principal Director</a:t>
              </a:r>
            </a:p>
            <a:p>
              <a:pPr algn="l" defTabSz="228600"/>
              <a:r>
                <a:rPr lang="en-US" sz="1100"/>
                <a:t>Banking Strategy Expert</a:t>
              </a:r>
            </a:p>
          </p:txBody>
        </p:sp>
        <p:pic>
          <p:nvPicPr>
            <p:cNvPr id="22" name="Picture 21">
              <a:extLst>
                <a:ext uri="{FF2B5EF4-FFF2-40B4-BE49-F238E27FC236}">
                  <a16:creationId xmlns:a16="http://schemas.microsoft.com/office/drawing/2014/main" id="{681CF3E1-0136-E0A3-50EF-64A874285152}"/>
                </a:ext>
              </a:extLst>
            </p:cNvPr>
            <p:cNvPicPr preferRelativeResize="0">
              <a:picLocks/>
            </p:cNvPicPr>
            <p:nvPr/>
          </p:nvPicPr>
          <p:blipFill>
            <a:blip r:embed="rId4">
              <a:extLst>
                <a:ext uri="{BEBA8EAE-BF5A-486C-A8C5-ECC9F3942E4B}">
                  <a14:imgProps xmlns:a14="http://schemas.microsoft.com/office/drawing/2010/main">
                    <a14:imgLayer r:embed="rId5">
                      <a14:imgEffect>
                        <a14:colorTemperature colorTemp="5900"/>
                      </a14:imgEffect>
                    </a14:imgLayer>
                  </a14:imgProps>
                </a:ext>
              </a:extLst>
            </a:blip>
            <a:srcRect l="18649" t="12512" r="21482" b="16944"/>
            <a:stretch/>
          </p:blipFill>
          <p:spPr>
            <a:xfrm>
              <a:off x="386310" y="3612972"/>
              <a:ext cx="576000" cy="576000"/>
            </a:xfrm>
            <a:prstGeom prst="ellipse">
              <a:avLst/>
            </a:prstGeom>
            <a:blipFill>
              <a:blip r:embed="rId6"/>
              <a:stretch>
                <a:fillRect/>
              </a:stretch>
            </a:blipFill>
            <a:ln>
              <a:noFill/>
            </a:ln>
          </p:spPr>
        </p:pic>
        <p:sp>
          <p:nvSpPr>
            <p:cNvPr id="23" name="TextBox 22">
              <a:extLst>
                <a:ext uri="{FF2B5EF4-FFF2-40B4-BE49-F238E27FC236}">
                  <a16:creationId xmlns:a16="http://schemas.microsoft.com/office/drawing/2014/main" id="{36D6C1AB-F476-6A7D-1A8C-71CDA5DBE5AF}"/>
                </a:ext>
              </a:extLst>
            </p:cNvPr>
            <p:cNvSpPr txBox="1"/>
            <p:nvPr/>
          </p:nvSpPr>
          <p:spPr>
            <a:xfrm>
              <a:off x="1039054" y="4581254"/>
              <a:ext cx="2736000" cy="576000"/>
            </a:xfrm>
            <a:prstGeom prst="rect">
              <a:avLst/>
            </a:prstGeom>
            <a:noFill/>
          </p:spPr>
          <p:txBody>
            <a:bodyPr wrap="square" lIns="0" tIns="0" rIns="0" bIns="0" rtlCol="0" anchor="ctr">
              <a:noAutofit/>
            </a:bodyPr>
            <a:lstStyle/>
            <a:p>
              <a:pPr algn="l" defTabSz="228600"/>
              <a:r>
                <a:rPr lang="en-US" sz="1100" b="1"/>
                <a:t>Mauricio </a:t>
              </a:r>
              <a:r>
                <a:rPr lang="en-US" sz="1100" b="1" err="1"/>
                <a:t>Ariztegui</a:t>
              </a:r>
              <a:endParaRPr lang="en-US" sz="1100" b="1" noProof="0"/>
            </a:p>
            <a:p>
              <a:pPr algn="l" defTabSz="228600"/>
              <a:r>
                <a:rPr lang="en-US" sz="1100" i="1"/>
                <a:t>Associate Director</a:t>
              </a:r>
            </a:p>
            <a:p>
              <a:pPr algn="l" defTabSz="228600"/>
              <a:r>
                <a:rPr lang="en-US" sz="1100"/>
                <a:t>Banking Technology Expert</a:t>
              </a:r>
            </a:p>
          </p:txBody>
        </p:sp>
        <p:pic>
          <p:nvPicPr>
            <p:cNvPr id="24" name="Picture 2" descr="A person in a suit and tie&#10;&#10;AI-generated content may be incorrect.">
              <a:extLst>
                <a:ext uri="{FF2B5EF4-FFF2-40B4-BE49-F238E27FC236}">
                  <a16:creationId xmlns:a16="http://schemas.microsoft.com/office/drawing/2014/main" id="{13414E1F-DB62-0C00-457F-3A554A8EEF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310" y="4601284"/>
              <a:ext cx="576000" cy="542118"/>
            </a:xfrm>
            <a:prstGeom prst="ellipse">
              <a:avLst/>
            </a:prstGeom>
            <a:blipFill>
              <a:blip r:embed="rId6"/>
              <a:stretch>
                <a:fillRect/>
              </a:stretch>
            </a:blipFill>
            <a:ln>
              <a:noFill/>
            </a:ln>
          </p:spPr>
        </p:pic>
        <p:pic>
          <p:nvPicPr>
            <p:cNvPr id="25" name="Graphic 24">
              <a:extLst>
                <a:ext uri="{FF2B5EF4-FFF2-40B4-BE49-F238E27FC236}">
                  <a16:creationId xmlns:a16="http://schemas.microsoft.com/office/drawing/2014/main" id="{2D6E48E1-4C62-3A26-4369-2C14F650BB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9170" y="4980742"/>
              <a:ext cx="216000" cy="216000"/>
            </a:xfrm>
            <a:prstGeom prst="rect">
              <a:avLst/>
            </a:prstGeom>
          </p:spPr>
        </p:pic>
        <p:pic>
          <p:nvPicPr>
            <p:cNvPr id="26" name="Graphic 25">
              <a:extLst>
                <a:ext uri="{FF2B5EF4-FFF2-40B4-BE49-F238E27FC236}">
                  <a16:creationId xmlns:a16="http://schemas.microsoft.com/office/drawing/2014/main" id="{C4C41066-46F5-F41E-61F0-8A7DFCCA201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170" y="3039558"/>
              <a:ext cx="216000" cy="216000"/>
            </a:xfrm>
            <a:prstGeom prst="rect">
              <a:avLst/>
            </a:prstGeom>
          </p:spPr>
        </p:pic>
        <p:pic>
          <p:nvPicPr>
            <p:cNvPr id="27" name="Graphic 26">
              <a:extLst>
                <a:ext uri="{FF2B5EF4-FFF2-40B4-BE49-F238E27FC236}">
                  <a16:creationId xmlns:a16="http://schemas.microsoft.com/office/drawing/2014/main" id="{E03931C7-CE9A-39F2-7FFD-004094F8CA7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170" y="4026312"/>
              <a:ext cx="216000" cy="216000"/>
            </a:xfrm>
            <a:prstGeom prst="rect">
              <a:avLst/>
            </a:prstGeom>
          </p:spPr>
        </p:pic>
      </p:grpSp>
      <p:grpSp>
        <p:nvGrpSpPr>
          <p:cNvPr id="28" name="Group 27">
            <a:extLst>
              <a:ext uri="{FF2B5EF4-FFF2-40B4-BE49-F238E27FC236}">
                <a16:creationId xmlns:a16="http://schemas.microsoft.com/office/drawing/2014/main" id="{AC53E645-7123-A894-9BEE-1D9EA3B664E1}"/>
              </a:ext>
            </a:extLst>
          </p:cNvPr>
          <p:cNvGrpSpPr/>
          <p:nvPr/>
        </p:nvGrpSpPr>
        <p:grpSpPr>
          <a:xfrm>
            <a:off x="4388169" y="2533858"/>
            <a:ext cx="3415665" cy="2570524"/>
            <a:chOff x="4288434" y="2626218"/>
            <a:chExt cx="3415665" cy="2570524"/>
          </a:xfrm>
        </p:grpSpPr>
        <p:sp>
          <p:nvSpPr>
            <p:cNvPr id="29" name="TextBox 28">
              <a:extLst>
                <a:ext uri="{FF2B5EF4-FFF2-40B4-BE49-F238E27FC236}">
                  <a16:creationId xmlns:a16="http://schemas.microsoft.com/office/drawing/2014/main" id="{7BF7F0A1-6950-3C35-8404-81FB1A473980}"/>
                </a:ext>
              </a:extLst>
            </p:cNvPr>
            <p:cNvSpPr txBox="1"/>
            <p:nvPr/>
          </p:nvSpPr>
          <p:spPr>
            <a:xfrm>
              <a:off x="4968098" y="2626218"/>
              <a:ext cx="2736000" cy="576000"/>
            </a:xfrm>
            <a:prstGeom prst="rect">
              <a:avLst/>
            </a:prstGeom>
            <a:noFill/>
          </p:spPr>
          <p:txBody>
            <a:bodyPr wrap="square" lIns="0" tIns="0" rIns="0" bIns="0" rtlCol="0" anchor="ctr">
              <a:noAutofit/>
            </a:bodyPr>
            <a:lstStyle/>
            <a:p>
              <a:pPr algn="l" defTabSz="228600"/>
              <a:r>
                <a:rPr lang="en-US" sz="1100" b="1"/>
                <a:t>Marcus Schalch</a:t>
              </a:r>
            </a:p>
            <a:p>
              <a:pPr defTabSz="910834">
                <a:lnSpc>
                  <a:spcPct val="110000"/>
                </a:lnSpc>
                <a:defRPr/>
              </a:pPr>
              <a:r>
                <a:rPr lang="en-US" sz="1100"/>
                <a:t>Experienced industry executive; responsible for all relationship with Itaú</a:t>
              </a:r>
            </a:p>
          </p:txBody>
        </p:sp>
        <p:pic>
          <p:nvPicPr>
            <p:cNvPr id="30" name="Picture 2" descr="Marcus Schalch - Harvard Alumni Club of Brazil (HACB) | LinkedIn">
              <a:extLst>
                <a:ext uri="{FF2B5EF4-FFF2-40B4-BE49-F238E27FC236}">
                  <a16:creationId xmlns:a16="http://schemas.microsoft.com/office/drawing/2014/main" id="{EB7871F5-B215-034A-0869-1B7DD8CE565E}"/>
                </a:ext>
              </a:extLst>
            </p:cNvPr>
            <p:cNvPicPr>
              <a:picLocks noChangeAspect="1" noChangeArrowheads="1"/>
            </p:cNvPicPr>
            <p:nvPr/>
          </p:nvPicPr>
          <p:blipFill rotWithShape="1">
            <a:blip r:embed="rId12">
              <a:grayscl/>
              <a:extLst>
                <a:ext uri="{28A0092B-C50C-407E-A947-70E740481C1C}">
                  <a14:useLocalDpi xmlns:a14="http://schemas.microsoft.com/office/drawing/2010/main" val="0"/>
                </a:ext>
              </a:extLst>
            </a:blip>
            <a:srcRect l="18101" t="30750" r="26899" b="12049"/>
            <a:stretch/>
          </p:blipFill>
          <p:spPr bwMode="auto">
            <a:xfrm>
              <a:off x="4288434" y="2626218"/>
              <a:ext cx="576000" cy="576000"/>
            </a:xfrm>
            <a:prstGeom prst="ellipse">
              <a:avLst/>
            </a:prstGeom>
            <a:ln>
              <a:solidFill>
                <a:srgbClr val="FEF2E1"/>
              </a:solidFill>
            </a:ln>
            <a:extLst>
              <a:ext uri="{909E8E84-426E-40DD-AFC4-6F175D3DCCD1}">
                <a14:hiddenFill xmlns:a14="http://schemas.microsoft.com/office/drawing/2010/main">
                  <a:solidFill>
                    <a:srgbClr val="FFFFFF"/>
                  </a:solidFill>
                </a14:hiddenFill>
              </a:ext>
            </a:extLst>
          </p:spPr>
        </p:pic>
        <p:sp>
          <p:nvSpPr>
            <p:cNvPr id="31" name="Oval 30">
              <a:extLst>
                <a:ext uri="{FF2B5EF4-FFF2-40B4-BE49-F238E27FC236}">
                  <a16:creationId xmlns:a16="http://schemas.microsoft.com/office/drawing/2014/main" id="{8372C6B1-1DFC-7C9C-70D0-E96B22F384F0}"/>
                </a:ext>
              </a:extLst>
            </p:cNvPr>
            <p:cNvSpPr/>
            <p:nvPr/>
          </p:nvSpPr>
          <p:spPr>
            <a:xfrm>
              <a:off x="4288434" y="3612972"/>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32" name="TextBox 31">
              <a:extLst>
                <a:ext uri="{FF2B5EF4-FFF2-40B4-BE49-F238E27FC236}">
                  <a16:creationId xmlns:a16="http://schemas.microsoft.com/office/drawing/2014/main" id="{99F1936F-0C38-42EE-35B9-44B8BFE0E263}"/>
                </a:ext>
              </a:extLst>
            </p:cNvPr>
            <p:cNvSpPr txBox="1"/>
            <p:nvPr/>
          </p:nvSpPr>
          <p:spPr>
            <a:xfrm>
              <a:off x="4968099" y="3612972"/>
              <a:ext cx="2736000" cy="576000"/>
            </a:xfrm>
            <a:prstGeom prst="rect">
              <a:avLst/>
            </a:prstGeom>
            <a:noFill/>
          </p:spPr>
          <p:txBody>
            <a:bodyPr wrap="square" lIns="0" tIns="0" rIns="0" bIns="0" rtlCol="0" anchor="ctr">
              <a:noAutofit/>
            </a:bodyPr>
            <a:lstStyle/>
            <a:p>
              <a:pPr defTabSz="228600"/>
              <a:r>
                <a:rPr lang="en-US" sz="1100" b="1"/>
                <a:t>Rogério Mascarenhas</a:t>
              </a:r>
            </a:p>
            <a:p>
              <a:pPr defTabSz="228600"/>
              <a:r>
                <a:rPr lang="en-US" sz="1100" dirty="0"/>
                <a:t>Leader of the Banking Strategy practice, with +20 years of experience in strategy projects</a:t>
              </a:r>
            </a:p>
          </p:txBody>
        </p:sp>
        <p:pic>
          <p:nvPicPr>
            <p:cNvPr id="33" name="Picture 4" descr="Rogerio Mascarenhas Email &amp; Phone Number | McKinsey &amp; Company Sr Advisor  Contact Information">
              <a:extLst>
                <a:ext uri="{FF2B5EF4-FFF2-40B4-BE49-F238E27FC236}">
                  <a16:creationId xmlns:a16="http://schemas.microsoft.com/office/drawing/2014/main" id="{EA14134F-9336-AB00-06A4-EA93DF8E1236}"/>
                </a:ext>
              </a:extLst>
            </p:cNvPr>
            <p:cNvPicPr>
              <a:picLocks noChangeAspect="1" noChangeArrowheads="1"/>
            </p:cNvPicPr>
            <p:nvPr/>
          </p:nvPicPr>
          <p:blipFill>
            <a:blip r:embed="rId13">
              <a:grayscl/>
              <a:extLst>
                <a:ext uri="{28A0092B-C50C-407E-A947-70E740481C1C}">
                  <a14:useLocalDpi xmlns:a14="http://schemas.microsoft.com/office/drawing/2010/main" val="0"/>
                </a:ext>
              </a:extLst>
            </a:blip>
            <a:srcRect/>
            <a:stretch>
              <a:fillRect/>
            </a:stretch>
          </p:blipFill>
          <p:spPr bwMode="auto">
            <a:xfrm>
              <a:off x="4288434" y="3612972"/>
              <a:ext cx="576000" cy="576000"/>
            </a:xfrm>
            <a:prstGeom prst="ellipse">
              <a:avLst/>
            </a:prstGeom>
            <a:ln>
              <a:solidFill>
                <a:srgbClr val="FEF2E1"/>
              </a:solidFill>
            </a:ln>
            <a:extLst>
              <a:ext uri="{909E8E84-426E-40DD-AFC4-6F175D3DCCD1}">
                <a14:hiddenFill xmlns:a14="http://schemas.microsoft.com/office/drawing/2010/main">
                  <a:solidFill>
                    <a:srgbClr val="FFFFFF"/>
                  </a:solidFill>
                </a14:hiddenFill>
              </a:ext>
            </a:extLst>
          </p:spPr>
        </p:pic>
        <p:sp>
          <p:nvSpPr>
            <p:cNvPr id="34" name="Oval 33">
              <a:extLst>
                <a:ext uri="{FF2B5EF4-FFF2-40B4-BE49-F238E27FC236}">
                  <a16:creationId xmlns:a16="http://schemas.microsoft.com/office/drawing/2014/main" id="{0D1516CE-02C8-8BE2-1C77-3C1DFF90843D}"/>
                </a:ext>
              </a:extLst>
            </p:cNvPr>
            <p:cNvSpPr/>
            <p:nvPr/>
          </p:nvSpPr>
          <p:spPr>
            <a:xfrm>
              <a:off x="4288434" y="4601284"/>
              <a:ext cx="576000" cy="57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a:p>
          </p:txBody>
        </p:sp>
        <p:sp>
          <p:nvSpPr>
            <p:cNvPr id="35" name="TextBox 34">
              <a:extLst>
                <a:ext uri="{FF2B5EF4-FFF2-40B4-BE49-F238E27FC236}">
                  <a16:creationId xmlns:a16="http://schemas.microsoft.com/office/drawing/2014/main" id="{0741CFCB-C8D1-7FF4-4570-D89425731014}"/>
                </a:ext>
              </a:extLst>
            </p:cNvPr>
            <p:cNvSpPr txBox="1"/>
            <p:nvPr/>
          </p:nvSpPr>
          <p:spPr>
            <a:xfrm>
              <a:off x="4968099" y="4601284"/>
              <a:ext cx="2736000" cy="576000"/>
            </a:xfrm>
            <a:prstGeom prst="rect">
              <a:avLst/>
            </a:prstGeom>
            <a:noFill/>
          </p:spPr>
          <p:txBody>
            <a:bodyPr wrap="square" lIns="0" tIns="0" rIns="0" bIns="0" rtlCol="0" anchor="ctr">
              <a:noAutofit/>
            </a:bodyPr>
            <a:lstStyle/>
            <a:p>
              <a:pPr defTabSz="228600"/>
              <a:r>
                <a:rPr lang="en-US" sz="1100" b="1" dirty="0"/>
                <a:t>Matias Carvajal</a:t>
              </a:r>
            </a:p>
            <a:p>
              <a:pPr defTabSz="910834">
                <a:lnSpc>
                  <a:spcPct val="110000"/>
                </a:lnSpc>
                <a:defRPr/>
              </a:pPr>
              <a:r>
                <a:rPr lang="en-US" sz="1100" dirty="0"/>
                <a:t>Experienced industry executive; responsible for relationship with Itaú Chile</a:t>
              </a:r>
            </a:p>
          </p:txBody>
        </p:sp>
        <p:pic>
          <p:nvPicPr>
            <p:cNvPr id="36" name="Picture 35" descr="A person in a suit with his arms crossed&#10;&#10;AI-generated content may be incorrect.">
              <a:extLst>
                <a:ext uri="{FF2B5EF4-FFF2-40B4-BE49-F238E27FC236}">
                  <a16:creationId xmlns:a16="http://schemas.microsoft.com/office/drawing/2014/main" id="{AFE038F3-B4EE-717A-9004-CE1546C084DE}"/>
                </a:ext>
              </a:extLst>
            </p:cNvPr>
            <p:cNvPicPr>
              <a:picLocks noChangeAspect="1"/>
            </p:cNvPicPr>
            <p:nvPr/>
          </p:nvPicPr>
          <p:blipFill>
            <a:blip r:embed="rId14">
              <a:grayscl/>
            </a:blip>
            <a:stretch>
              <a:fillRect/>
            </a:stretch>
          </p:blipFill>
          <p:spPr>
            <a:xfrm>
              <a:off x="4288434" y="4601284"/>
              <a:ext cx="576000" cy="576000"/>
            </a:xfrm>
            <a:prstGeom prst="ellipse">
              <a:avLst/>
            </a:prstGeom>
            <a:ln>
              <a:solidFill>
                <a:srgbClr val="FEF2E1"/>
              </a:solidFill>
            </a:ln>
          </p:spPr>
        </p:pic>
        <p:pic>
          <p:nvPicPr>
            <p:cNvPr id="37" name="Graphic 36">
              <a:extLst>
                <a:ext uri="{FF2B5EF4-FFF2-40B4-BE49-F238E27FC236}">
                  <a16:creationId xmlns:a16="http://schemas.microsoft.com/office/drawing/2014/main" id="{32BB27D2-792B-7BCD-1750-8E8886A226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71294" y="4980742"/>
              <a:ext cx="216000" cy="216000"/>
            </a:xfrm>
            <a:prstGeom prst="rect">
              <a:avLst/>
            </a:prstGeom>
          </p:spPr>
        </p:pic>
        <p:pic>
          <p:nvPicPr>
            <p:cNvPr id="38" name="Graphic 37">
              <a:extLst>
                <a:ext uri="{FF2B5EF4-FFF2-40B4-BE49-F238E27FC236}">
                  <a16:creationId xmlns:a16="http://schemas.microsoft.com/office/drawing/2014/main" id="{A7C73CDB-357A-1C3F-1E4A-F70967F81F8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71294" y="3039558"/>
              <a:ext cx="216000" cy="216000"/>
            </a:xfrm>
            <a:prstGeom prst="rect">
              <a:avLst/>
            </a:prstGeom>
          </p:spPr>
        </p:pic>
        <p:pic>
          <p:nvPicPr>
            <p:cNvPr id="39" name="Graphic 38">
              <a:extLst>
                <a:ext uri="{FF2B5EF4-FFF2-40B4-BE49-F238E27FC236}">
                  <a16:creationId xmlns:a16="http://schemas.microsoft.com/office/drawing/2014/main" id="{FD7D7856-90F7-D1C0-D074-8C153617F8D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71294" y="4026312"/>
              <a:ext cx="216000" cy="216000"/>
            </a:xfrm>
            <a:prstGeom prst="rect">
              <a:avLst/>
            </a:prstGeom>
          </p:spPr>
        </p:pic>
      </p:grpSp>
      <p:grpSp>
        <p:nvGrpSpPr>
          <p:cNvPr id="40" name="Group 39">
            <a:extLst>
              <a:ext uri="{FF2B5EF4-FFF2-40B4-BE49-F238E27FC236}">
                <a16:creationId xmlns:a16="http://schemas.microsoft.com/office/drawing/2014/main" id="{0743B4DB-C669-6C79-638C-B40F1D631222}"/>
              </a:ext>
            </a:extLst>
          </p:cNvPr>
          <p:cNvGrpSpPr/>
          <p:nvPr/>
        </p:nvGrpSpPr>
        <p:grpSpPr>
          <a:xfrm>
            <a:off x="8364481" y="2533858"/>
            <a:ext cx="3437039" cy="2570524"/>
            <a:chOff x="8100765" y="2626218"/>
            <a:chExt cx="3437039" cy="2570524"/>
          </a:xfrm>
        </p:grpSpPr>
        <p:pic>
          <p:nvPicPr>
            <p:cNvPr id="41" name="Picture 4" descr="Profile photo of Nicolas Deino Durán">
              <a:extLst>
                <a:ext uri="{FF2B5EF4-FFF2-40B4-BE49-F238E27FC236}">
                  <a16:creationId xmlns:a16="http://schemas.microsoft.com/office/drawing/2014/main" id="{0F4E8CE5-4092-4C39-6DF4-FA7DE47A8D5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00765" y="4601284"/>
              <a:ext cx="576000" cy="541091"/>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4E51AA0D-7B9B-7808-7068-09EBF41973D9}"/>
                </a:ext>
              </a:extLst>
            </p:cNvPr>
            <p:cNvSpPr txBox="1"/>
            <p:nvPr/>
          </p:nvSpPr>
          <p:spPr>
            <a:xfrm>
              <a:off x="8801804" y="2626218"/>
              <a:ext cx="2736000" cy="576000"/>
            </a:xfrm>
            <a:prstGeom prst="rect">
              <a:avLst/>
            </a:prstGeom>
            <a:noFill/>
          </p:spPr>
          <p:txBody>
            <a:bodyPr wrap="square" lIns="0" tIns="0" rIns="0" bIns="0" rtlCol="0" anchor="ctr">
              <a:noAutofit/>
            </a:bodyPr>
            <a:lstStyle/>
            <a:p>
              <a:pPr defTabSz="228600"/>
              <a:r>
                <a:rPr lang="en-US" sz="1100" b="1"/>
                <a:t>Maurício Barbosa</a:t>
              </a:r>
              <a:endParaRPr lang="en-US" sz="1100" b="1" noProof="0"/>
            </a:p>
            <a:p>
              <a:pPr defTabSz="228600"/>
              <a:r>
                <a:rPr lang="en-US" sz="1100" i="1"/>
                <a:t>Leader in charge of the Financial Services practice in Latin America</a:t>
              </a:r>
              <a:endParaRPr lang="en-US" sz="1100" i="1" noProof="0"/>
            </a:p>
          </p:txBody>
        </p:sp>
        <p:pic>
          <p:nvPicPr>
            <p:cNvPr id="43" name="Picture 42" descr="A person in a suit and tie&#10;&#10;AI-generated content may be incorrect.">
              <a:extLst>
                <a:ext uri="{FF2B5EF4-FFF2-40B4-BE49-F238E27FC236}">
                  <a16:creationId xmlns:a16="http://schemas.microsoft.com/office/drawing/2014/main" id="{B463C57A-CFB7-7377-0719-3A687597EAAA}"/>
                </a:ext>
              </a:extLst>
            </p:cNvPr>
            <p:cNvPicPr>
              <a:picLocks noChangeAspect="1"/>
            </p:cNvPicPr>
            <p:nvPr/>
          </p:nvPicPr>
          <p:blipFill>
            <a:blip r:embed="rId16">
              <a:grayscl/>
              <a:extLst>
                <a:ext uri="{BEBA8EAE-BF5A-486C-A8C5-ECC9F3942E4B}">
                  <a14:imgProps xmlns:a14="http://schemas.microsoft.com/office/drawing/2010/main">
                    <a14:imgLayer r:embed="rId17">
                      <a14:imgEffect>
                        <a14:saturation sat="0"/>
                      </a14:imgEffect>
                    </a14:imgLayer>
                  </a14:imgProps>
                </a:ext>
              </a:extLst>
            </a:blip>
            <a:stretch>
              <a:fillRect/>
            </a:stretch>
          </p:blipFill>
          <p:spPr>
            <a:xfrm>
              <a:off x="8100765" y="2626218"/>
              <a:ext cx="576000" cy="576000"/>
            </a:xfrm>
            <a:prstGeom prst="ellipse">
              <a:avLst/>
            </a:prstGeom>
            <a:ln>
              <a:solidFill>
                <a:srgbClr val="FEF2E1"/>
              </a:solidFill>
            </a:ln>
          </p:spPr>
        </p:pic>
        <p:sp>
          <p:nvSpPr>
            <p:cNvPr id="44" name="TextBox 43">
              <a:extLst>
                <a:ext uri="{FF2B5EF4-FFF2-40B4-BE49-F238E27FC236}">
                  <a16:creationId xmlns:a16="http://schemas.microsoft.com/office/drawing/2014/main" id="{9251BD3A-C6B0-7E49-626B-7D800AF53AF2}"/>
                </a:ext>
              </a:extLst>
            </p:cNvPr>
            <p:cNvSpPr txBox="1"/>
            <p:nvPr/>
          </p:nvSpPr>
          <p:spPr>
            <a:xfrm>
              <a:off x="8801804" y="3562763"/>
              <a:ext cx="2736000" cy="576000"/>
            </a:xfrm>
            <a:prstGeom prst="rect">
              <a:avLst/>
            </a:prstGeom>
            <a:noFill/>
          </p:spPr>
          <p:txBody>
            <a:bodyPr wrap="square" lIns="0" tIns="0" rIns="0" bIns="0" rtlCol="0" anchor="ctr">
              <a:noAutofit/>
            </a:bodyPr>
            <a:lstStyle/>
            <a:p>
              <a:pPr defTabSz="228600"/>
              <a:r>
                <a:rPr lang="en-US" sz="1100" b="1"/>
                <a:t>Denis Freitas</a:t>
              </a:r>
              <a:endParaRPr lang="en-US" sz="1100" b="1" noProof="0"/>
            </a:p>
            <a:p>
              <a:pPr defTabSz="228600"/>
              <a:r>
                <a:rPr lang="en-US" sz="1100" i="1"/>
                <a:t>Managing Director</a:t>
              </a:r>
              <a:br>
                <a:rPr lang="en-US" sz="1100" noProof="0"/>
              </a:br>
              <a:r>
                <a:rPr lang="en-US" sz="1100" noProof="0"/>
                <a:t>Lending Platforms</a:t>
              </a:r>
            </a:p>
          </p:txBody>
        </p:sp>
        <p:pic>
          <p:nvPicPr>
            <p:cNvPr id="45" name="Picture 44">
              <a:extLst>
                <a:ext uri="{FF2B5EF4-FFF2-40B4-BE49-F238E27FC236}">
                  <a16:creationId xmlns:a16="http://schemas.microsoft.com/office/drawing/2014/main" id="{F5E3D15C-DE2C-A165-7970-1361751C1261}"/>
                </a:ext>
              </a:extLst>
            </p:cNvPr>
            <p:cNvPicPr preferRelativeResize="0">
              <a:picLocks/>
            </p:cNvPicPr>
            <p:nvPr/>
          </p:nvPicPr>
          <p:blipFill>
            <a:blip r:embed="rId18" cstate="print">
              <a:grayscl/>
              <a:extLst>
                <a:ext uri="{28A0092B-C50C-407E-A947-70E740481C1C}">
                  <a14:useLocalDpi xmlns:a14="http://schemas.microsoft.com/office/drawing/2010/main" val="0"/>
                </a:ext>
              </a:extLst>
            </a:blip>
            <a:stretch>
              <a:fillRect/>
            </a:stretch>
          </p:blipFill>
          <p:spPr>
            <a:xfrm>
              <a:off x="8100765" y="3612972"/>
              <a:ext cx="576000" cy="576000"/>
            </a:xfrm>
            <a:prstGeom prst="ellipse">
              <a:avLst/>
            </a:prstGeom>
            <a:blipFill>
              <a:blip r:embed="rId3">
                <a:grayscl/>
              </a:blip>
              <a:stretch>
                <a:fillRect/>
              </a:stretch>
            </a:blipFill>
            <a:ln>
              <a:noFill/>
            </a:ln>
          </p:spPr>
        </p:pic>
        <p:pic>
          <p:nvPicPr>
            <p:cNvPr id="46" name="Graphic 45">
              <a:extLst>
                <a:ext uri="{FF2B5EF4-FFF2-40B4-BE49-F238E27FC236}">
                  <a16:creationId xmlns:a16="http://schemas.microsoft.com/office/drawing/2014/main" id="{1DB4019F-25D0-2B68-14F0-460D2B9164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83625" y="4980742"/>
              <a:ext cx="216000" cy="216000"/>
            </a:xfrm>
            <a:prstGeom prst="rect">
              <a:avLst/>
            </a:prstGeom>
          </p:spPr>
        </p:pic>
        <p:pic>
          <p:nvPicPr>
            <p:cNvPr id="47" name="Graphic 46">
              <a:extLst>
                <a:ext uri="{FF2B5EF4-FFF2-40B4-BE49-F238E27FC236}">
                  <a16:creationId xmlns:a16="http://schemas.microsoft.com/office/drawing/2014/main" id="{3556FADF-82A6-54F5-73B9-FB1698C8DAB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83625" y="3039558"/>
              <a:ext cx="216000" cy="216000"/>
            </a:xfrm>
            <a:prstGeom prst="rect">
              <a:avLst/>
            </a:prstGeom>
          </p:spPr>
        </p:pic>
        <p:pic>
          <p:nvPicPr>
            <p:cNvPr id="48" name="Graphic 47">
              <a:extLst>
                <a:ext uri="{FF2B5EF4-FFF2-40B4-BE49-F238E27FC236}">
                  <a16:creationId xmlns:a16="http://schemas.microsoft.com/office/drawing/2014/main" id="{AA062906-807E-CC08-34EB-700A60669DF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83625" y="4026312"/>
              <a:ext cx="216000" cy="216000"/>
            </a:xfrm>
            <a:prstGeom prst="rect">
              <a:avLst/>
            </a:prstGeom>
          </p:spPr>
        </p:pic>
        <p:sp>
          <p:nvSpPr>
            <p:cNvPr id="49" name="TextBox 48">
              <a:extLst>
                <a:ext uri="{FF2B5EF4-FFF2-40B4-BE49-F238E27FC236}">
                  <a16:creationId xmlns:a16="http://schemas.microsoft.com/office/drawing/2014/main" id="{917DB2EA-FCC8-F11B-F6D3-A483D27DE4CB}"/>
                </a:ext>
              </a:extLst>
            </p:cNvPr>
            <p:cNvSpPr txBox="1"/>
            <p:nvPr/>
          </p:nvSpPr>
          <p:spPr>
            <a:xfrm>
              <a:off x="8801804" y="4601284"/>
              <a:ext cx="2736000" cy="576000"/>
            </a:xfrm>
            <a:prstGeom prst="rect">
              <a:avLst/>
            </a:prstGeom>
            <a:noFill/>
          </p:spPr>
          <p:txBody>
            <a:bodyPr wrap="square" lIns="0" tIns="0" rIns="0" bIns="0" rtlCol="0" anchor="ctr">
              <a:noAutofit/>
            </a:bodyPr>
            <a:lstStyle/>
            <a:p>
              <a:pPr defTabSz="228600"/>
              <a:r>
                <a:rPr lang="en-US" sz="1100" b="1"/>
                <a:t>Nicolas Deino</a:t>
              </a:r>
              <a:endParaRPr lang="en-US" sz="1100" b="1" noProof="0"/>
            </a:p>
            <a:p>
              <a:pPr defTabSz="228600"/>
              <a:r>
                <a:rPr lang="en-US" sz="1100" i="1"/>
                <a:t>Leader in charge of the Financial Services practice in Chile</a:t>
              </a:r>
            </a:p>
          </p:txBody>
        </p:sp>
      </p:grpSp>
    </p:spTree>
    <p:extLst>
      <p:ext uri="{BB962C8B-B14F-4D97-AF65-F5344CB8AC3E}">
        <p14:creationId xmlns:p14="http://schemas.microsoft.com/office/powerpoint/2010/main" val="416474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AB4E39-E30E-FE93-5468-AC30FEF3C9C5}"/>
              </a:ext>
            </a:extLst>
          </p:cNvPr>
          <p:cNvSpPr>
            <a:spLocks noGrp="1"/>
          </p:cNvSpPr>
          <p:nvPr>
            <p:ph type="body" sz="quarter" idx="10"/>
          </p:nvPr>
        </p:nvSpPr>
        <p:spPr/>
        <p:txBody>
          <a:bodyPr/>
          <a:lstStyle/>
          <a:p>
            <a:endParaRPr lang="pt-BR"/>
          </a:p>
        </p:txBody>
      </p:sp>
      <p:sp>
        <p:nvSpPr>
          <p:cNvPr id="3" name="Footer Placeholder 2">
            <a:extLst>
              <a:ext uri="{FF2B5EF4-FFF2-40B4-BE49-F238E27FC236}">
                <a16:creationId xmlns:a16="http://schemas.microsoft.com/office/drawing/2014/main" id="{A86D22CC-C406-A8CC-9585-FDF8E7824941}"/>
              </a:ext>
            </a:extLst>
          </p:cNvPr>
          <p:cNvSpPr>
            <a:spLocks noGrp="1"/>
          </p:cNvSpPr>
          <p:nvPr>
            <p:ph type="ftr" sz="quarter" idx="11"/>
          </p:nvPr>
        </p:nvSpPr>
        <p:spPr>
          <a:xfrm>
            <a:off x="7315200" y="6488234"/>
            <a:ext cx="4114800" cy="198318"/>
          </a:xfrm>
        </p:spPr>
        <p:txBody>
          <a:bodyPr/>
          <a:lstStyle/>
          <a:p>
            <a:pPr algn="r" defTabSz="228600">
              <a:spcAft>
                <a:spcPts val="1200"/>
              </a:spcAft>
              <a:defRPr/>
            </a:pPr>
            <a:r>
              <a:rPr lang="en-US"/>
              <a:t>Copyright © 2025 Accenture. All rights reserved.</a:t>
            </a:r>
            <a:endParaRPr lang="pt-BR" dirty="0"/>
          </a:p>
        </p:txBody>
      </p:sp>
      <p:sp>
        <p:nvSpPr>
          <p:cNvPr id="4" name="Slide Number Placeholder 3">
            <a:extLst>
              <a:ext uri="{FF2B5EF4-FFF2-40B4-BE49-F238E27FC236}">
                <a16:creationId xmlns:a16="http://schemas.microsoft.com/office/drawing/2014/main" id="{C65573F8-AB97-C846-60CB-202117F904E1}"/>
              </a:ext>
            </a:extLst>
          </p:cNvPr>
          <p:cNvSpPr>
            <a:spLocks noGrp="1"/>
          </p:cNvSpPr>
          <p:nvPr>
            <p:ph type="sldNum" sz="quarter" idx="12"/>
          </p:nvPr>
        </p:nvSpPr>
        <p:spPr>
          <a:xfrm>
            <a:off x="11484746" y="6490025"/>
            <a:ext cx="326254" cy="201168"/>
          </a:xfrm>
        </p:spPr>
        <p:txBody>
          <a:bodyPr/>
          <a:lstStyle/>
          <a:p>
            <a:fld id="{1F90F471-3972-4120-B8B3-0237DE626C35}" type="slidenum">
              <a:rPr lang="pt-BR" smtClean="0"/>
              <a:pPr/>
              <a:t>2</a:t>
            </a:fld>
            <a:endParaRPr lang="pt-BR" dirty="0"/>
          </a:p>
        </p:txBody>
      </p:sp>
      <p:sp>
        <p:nvSpPr>
          <p:cNvPr id="5" name="Title 4">
            <a:extLst>
              <a:ext uri="{FF2B5EF4-FFF2-40B4-BE49-F238E27FC236}">
                <a16:creationId xmlns:a16="http://schemas.microsoft.com/office/drawing/2014/main" id="{5CE802C8-6229-F9CD-D8EB-539C5F89192E}"/>
              </a:ext>
            </a:extLst>
          </p:cNvPr>
          <p:cNvSpPr>
            <a:spLocks noGrp="1"/>
          </p:cNvSpPr>
          <p:nvPr>
            <p:ph type="title"/>
          </p:nvPr>
        </p:nvSpPr>
        <p:spPr/>
        <p:txBody>
          <a:bodyPr/>
          <a:lstStyle/>
          <a:p>
            <a:endParaRPr lang="pt-BR"/>
          </a:p>
        </p:txBody>
      </p:sp>
    </p:spTree>
    <p:extLst>
      <p:ext uri="{BB962C8B-B14F-4D97-AF65-F5344CB8AC3E}">
        <p14:creationId xmlns:p14="http://schemas.microsoft.com/office/powerpoint/2010/main" val="41602760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enture Templat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Graphik">
      <a:majorFont>
        <a:latin typeface="Graphik Semibold"/>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Acc_Colors_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_Fonts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9EF807C2354943A31A31FB9E6B8A38" ma:contentTypeVersion="2" ma:contentTypeDescription="Create a new document." ma:contentTypeScope="" ma:versionID="f03a519f31e72ece704f842ab0e4ba72">
  <xsd:schema xmlns:xsd="http://www.w3.org/2001/XMLSchema" xmlns:xs="http://www.w3.org/2001/XMLSchema" xmlns:p="http://schemas.microsoft.com/office/2006/metadata/properties" xmlns:ns2="5d757215-fbc3-4533-822f-84ec73f97a40" targetNamespace="http://schemas.microsoft.com/office/2006/metadata/properties" ma:root="true" ma:fieldsID="1cb72d0557a9ded9ba0b46b2c3d18190" ns2:_="">
    <xsd:import namespace="5d757215-fbc3-4533-822f-84ec73f97a4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757215-fbc3-4533-822f-84ec73f97a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FB95095-D3DE-4DE5-BB17-E1EF8BB262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757215-fbc3-4533-822f-84ec73f97a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31B46-6CD1-40D2-9FB5-3E58559F90A3}">
  <ds:schemaRefs>
    <ds:schemaRef ds:uri="http://schemas.microsoft.com/sharepoint/v3/contenttype/forms"/>
  </ds:schemaRefs>
</ds:datastoreItem>
</file>

<file path=customXml/itemProps3.xml><?xml version="1.0" encoding="utf-8"?>
<ds:datastoreItem xmlns:ds="http://schemas.openxmlformats.org/officeDocument/2006/customXml" ds:itemID="{46BFFC05-B2F6-4CED-BE65-F75B1EB7AD7B}">
  <ds:schemaRefs>
    <ds:schemaRef ds:uri="http://purl.org/dc/dcmitype/"/>
    <ds:schemaRef ds:uri="http://purl.org/dc/terms/"/>
    <ds:schemaRef ds:uri="http://purl.org/dc/elements/1.1/"/>
    <ds:schemaRef ds:uri="http://schemas.microsoft.com/office/2006/metadata/properties"/>
    <ds:schemaRef ds:uri="http://schemas.microsoft.com/office/2006/documentManagement/types"/>
    <ds:schemaRef ds:uri="f09dec34-126f-4759-b06d-a920de720ce4"/>
    <ds:schemaRef ds:uri="http://schemas.openxmlformats.org/package/2006/metadata/core-properties"/>
    <ds:schemaRef ds:uri="http://schemas.microsoft.com/office/infopath/2007/PartnerControls"/>
    <ds:schemaRef ds:uri="17c09f85-56e7-4417-b5d2-7fa4154de313"/>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Acc_PPT_Template_Graphik</Template>
  <TotalTime>68</TotalTime>
  <Words>206</Words>
  <Application>Microsoft Office PowerPoint</Application>
  <PresentationFormat>Widescreen</PresentationFormat>
  <Paragraphs>31</Paragraphs>
  <Slides>2</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6" baseType="lpstr">
      <vt:lpstr>Graphik</vt:lpstr>
      <vt:lpstr>Graphik Semibold</vt:lpstr>
      <vt:lpstr>Accenture Template</vt:lpstr>
      <vt:lpstr>think-cell Slide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Accenture PowerPoint Template 16x9 Graphik</dc:subject>
  <dc:creator>Graciotti, Brenno</dc:creator>
  <cp:lastModifiedBy>Graciotti, Brenno</cp:lastModifiedBy>
  <cp:revision>5</cp:revision>
  <cp:lastPrinted>2020-11-17T04:05:48Z</cp:lastPrinted>
  <dcterms:created xsi:type="dcterms:W3CDTF">2023-07-17T21:32:38Z</dcterms:created>
  <dcterms:modified xsi:type="dcterms:W3CDTF">2026-01-18T14:04:08Z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0x010100339EF807C2354943A31A31FB9E6B8A38</vt:lpwstr>
  </property>
</Properties>
</file>