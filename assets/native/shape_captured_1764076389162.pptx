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147482658" r:id="rId5"/>
    <p:sldId id="2147482657" r:id="rId6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3C"/>
    <a:srgbClr val="FFFFFF"/>
    <a:srgbClr val="00EB81"/>
    <a:srgbClr val="E6DCFF"/>
    <a:srgbClr val="0041F0"/>
    <a:srgbClr val="DCAFFF"/>
    <a:srgbClr val="FF50A0"/>
    <a:srgbClr val="FF3246"/>
    <a:srgbClr val="00FFFF"/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021F68-0494-496A-BD4B-43C0DD56B880}" v="32" dt="2025-10-31T21:53:34.360"/>
    <p1510:client id="{F8B6DB93-B16F-4284-82B1-E93DAFE73FFA}" v="1" dt="2025-10-31T23:27:17.724"/>
  </p1510:revLst>
</p1510:revInfo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924" autoAdjust="0"/>
  </p:normalViewPr>
  <p:slideViewPr>
    <p:cSldViewPr snapToGrid="0" showGuides="1">
      <p:cViewPr varScale="1">
        <p:scale>
          <a:sx n="70" d="100"/>
          <a:sy n="70" d="100"/>
        </p:scale>
        <p:origin x="1157" y="2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141"/>
    </p:cViewPr>
  </p:sorterViewPr>
  <p:notesViewPr>
    <p:cSldViewPr snapToGrid="0">
      <p:cViewPr varScale="1">
        <p:scale>
          <a:sx n="81" d="100"/>
          <a:sy n="81" d="100"/>
        </p:scale>
        <p:origin x="3516" y="5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11/25/2025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Graphik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Graphik" panose="020B0604020202020204" pitchFamily="34" charset="0"/>
      <a:buChar char="•"/>
      <a:defRPr sz="1000">
        <a:latin typeface="+mn-lt"/>
      </a:defRPr>
    </a:lvl2pPr>
    <a:lvl3pPr marL="342900" indent="-112713" algn="l">
      <a:buFont typeface="Graphik" panose="020B0604020202020204" pitchFamily="34" charset="0"/>
      <a:buChar char="•"/>
      <a:defRPr sz="900">
        <a:latin typeface="+mn-lt"/>
      </a:defRPr>
    </a:lvl3pPr>
    <a:lvl4pPr marL="460375" indent="-112713" algn="l">
      <a:buFont typeface="Graphik" panose="020B0604020202020204" pitchFamily="34" charset="0"/>
      <a:buChar char="•"/>
      <a:defRPr sz="800">
        <a:latin typeface="+mn-lt"/>
      </a:defRPr>
    </a:lvl4pPr>
    <a:lvl5pPr marL="571500" indent="-112713" algn="l">
      <a:buFont typeface="Graphik" panose="020B0604020202020204" pitchFamily="34" charset="0"/>
      <a:buChar char="•"/>
      <a:defRPr sz="800">
        <a:latin typeface="+mn-lt"/>
      </a:defRPr>
    </a:lvl5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7FF053D-F28D-430E-0239-CE8ED656641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39719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FF053D-F28D-430E-0239-CE8ED6566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C06DB281-EA53-C29C-C70A-13D0082F3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C1B7B8-2FCE-B823-1046-0985C007FC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0FA015-B515-8D42-24DE-DB142CE72A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33133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791592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2FA907-42B9-6FA1-C4DF-A540BFE35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18C3AE-678A-48F5-EE59-84E1AE2DC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-subtitle 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0420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308927"/>
            <a:ext cx="11430000" cy="324000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endParaRPr lang="pt-BR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50247"/>
            <a:ext cx="11430000" cy="432000"/>
          </a:xfrm>
        </p:spPr>
        <p:txBody>
          <a:bodyPr vert="horz"/>
          <a:lstStyle/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pt-BR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F9C570-8ADD-BDD4-0CD9-C5A9C02D1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963760-62E3-11BA-AEE9-E17FF19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94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2576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147848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9FC1387-F76A-5CD9-1471-AB709200A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9038AC-B619-5EB1-8D41-D4C38DBF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4469A7-C007-9466-EA28-F04CC2C2F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825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D2B6B66-FB75-271B-FA63-2A6910A3EC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8762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2B6B66-FB75-271B-FA63-2A6910A3EC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BC61A9-92B1-2D35-4680-3DE1FE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3B625-43D1-998E-66A4-B8CE5FAFEB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2924B95-515C-8603-302E-A3CF55A4A7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F1F8C8-D2F5-2F87-FAC6-2F758CACA7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674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4499A4D-E1EC-608F-9006-A468770F68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555295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3" progId="TCLayout.ActiveDocument.1">
                  <p:embed/>
                </p:oleObj>
              </mc:Choice>
              <mc:Fallback>
                <p:oleObj name="think-cell Slide" r:id="rId9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499A4D-E1EC-608F-9006-A468770F68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(32pt, min 28pt)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(copy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745" r:id="rId2"/>
    <p:sldLayoutId id="2147483747" r:id="rId3"/>
    <p:sldLayoutId id="2147483746" r:id="rId4"/>
    <p:sldLayoutId id="2147483741" r:id="rId5"/>
    <p:sldLayoutId id="2147483748" r:id="rId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6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1B7218A-DF7E-ABAF-AC46-2563EEA3DF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B99391-01D8-B8A1-AAF4-49B192EF53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5D934B2-E595-C861-0D24-BBB4321F4966}"/>
              </a:ext>
            </a:extLst>
          </p:cNvPr>
          <p:cNvCxnSpPr>
            <a:cxnSpLocks/>
          </p:cNvCxnSpPr>
          <p:nvPr/>
        </p:nvCxnSpPr>
        <p:spPr>
          <a:xfrm>
            <a:off x="381000" y="1395221"/>
            <a:ext cx="5292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0797774-222A-66FB-07EF-775DB250D86B}"/>
              </a:ext>
            </a:extLst>
          </p:cNvPr>
          <p:cNvCxnSpPr>
            <a:cxnSpLocks/>
          </p:cNvCxnSpPr>
          <p:nvPr/>
        </p:nvCxnSpPr>
        <p:spPr>
          <a:xfrm>
            <a:off x="6372517" y="1395221"/>
            <a:ext cx="5438483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94CC1E7-5BBD-9439-70D4-B314787D3F62}"/>
              </a:ext>
            </a:extLst>
          </p:cNvPr>
          <p:cNvSpPr txBox="1"/>
          <p:nvPr/>
        </p:nvSpPr>
        <p:spPr>
          <a:xfrm>
            <a:off x="423390" y="2963540"/>
            <a:ext cx="2933424" cy="362526"/>
          </a:xfrm>
          <a:prstGeom prst="rect">
            <a:avLst/>
          </a:prstGeom>
        </p:spPr>
        <p:txBody>
          <a:bodyPr vert="horz" wrap="square" lIns="0" tIns="72000" rIns="0" bIns="0" rtlCol="0">
            <a:spAutoFit/>
          </a:bodyPr>
          <a:lstStyle/>
          <a:p>
            <a:pPr marL="117475" marR="0" lvl="0" indent="-1174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rPr>
              <a:t>OIF Implementation</a:t>
            </a:r>
          </a:p>
          <a:p>
            <a:pPr marL="117475" marR="0" lvl="0" indent="-1174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rPr>
              <a:t>Commercial Growth</a:t>
            </a:r>
            <a:endParaRPr kumimoji="0" lang="en-US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Arial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F91E59-1A7A-0EEA-8B2A-B66CC92B44F4}"/>
              </a:ext>
            </a:extLst>
          </p:cNvPr>
          <p:cNvSpPr txBox="1"/>
          <p:nvPr/>
        </p:nvSpPr>
        <p:spPr>
          <a:xfrm>
            <a:off x="423390" y="1395221"/>
            <a:ext cx="4054566" cy="665173"/>
          </a:xfrm>
          <a:prstGeom prst="rect">
            <a:avLst/>
          </a:prstGeom>
        </p:spPr>
        <p:txBody>
          <a:bodyPr vert="horz" wrap="square" lIns="0" tIns="72000" rIns="0" bIns="0" rtlCol="0">
            <a:spAutoFit/>
          </a:bodyPr>
          <a:lstStyle/>
          <a:p>
            <a:pPr marL="117475" marR="0" lvl="0" indent="-1174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rPr>
              <a:t>Revenue Growth</a:t>
            </a:r>
          </a:p>
          <a:p>
            <a:pPr marL="117475" marR="0" lvl="0" indent="-1174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900" kern="0" spc="-10" dirty="0">
                <a:solidFill>
                  <a:srgbClr val="000000"/>
                </a:solidFill>
                <a:latin typeface="Graphik"/>
                <a:cs typeface="Arial" charset="0"/>
              </a:rPr>
              <a:t>Operating Margin</a:t>
            </a:r>
          </a:p>
          <a:p>
            <a:pPr marL="117475" marR="0" lvl="0" indent="-1174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900" kern="0" spc="-10" dirty="0">
                <a:solidFill>
                  <a:srgbClr val="000000"/>
                </a:solidFill>
                <a:latin typeface="Graphik"/>
                <a:cs typeface="Arial" charset="0"/>
              </a:rPr>
              <a:t>Balance Sheet Management</a:t>
            </a:r>
          </a:p>
          <a:p>
            <a:pPr marL="117475" marR="0" lvl="0" indent="-1174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rPr>
              <a:t>HEPS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Arial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F45116-49B4-7C16-05ED-0DD8F22BE367}"/>
              </a:ext>
            </a:extLst>
          </p:cNvPr>
          <p:cNvSpPr txBox="1"/>
          <p:nvPr/>
        </p:nvSpPr>
        <p:spPr>
          <a:xfrm>
            <a:off x="423390" y="5337365"/>
            <a:ext cx="3533888" cy="501026"/>
          </a:xfrm>
          <a:prstGeom prst="rect">
            <a:avLst/>
          </a:prstGeom>
        </p:spPr>
        <p:txBody>
          <a:bodyPr vert="horz" wrap="square" lIns="0" tIns="72000" rIns="0" bIns="0" rtlCol="0">
            <a:spAutoFit/>
          </a:bodyPr>
          <a:lstStyle>
            <a:defPPr>
              <a:defRPr lang="en-US"/>
            </a:defPPr>
            <a:lvl1pPr marL="117475" marR="0" lvl="0" indent="-117475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sz="9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+mj-lt"/>
                <a:cs typeface="Arial" charset="0"/>
              </a:defRPr>
            </a:lvl1pPr>
          </a:lstStyle>
          <a:p>
            <a:pPr marL="117475" marR="0" lvl="0" indent="-1174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rPr>
              <a:t>Inclusive culture – One Imperial</a:t>
            </a:r>
          </a:p>
          <a:p>
            <a:pPr marL="117475" marR="0" lvl="0" indent="-1174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rPr>
              <a:t>Team diversity – diverse background / outside-in and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rPr>
              <a:t>cross-industry perspectives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2369667-C29E-096B-887A-BB916DBFA885}"/>
              </a:ext>
            </a:extLst>
          </p:cNvPr>
          <p:cNvCxnSpPr>
            <a:cxnSpLocks/>
          </p:cNvCxnSpPr>
          <p:nvPr/>
        </p:nvCxnSpPr>
        <p:spPr>
          <a:xfrm>
            <a:off x="381000" y="1192150"/>
            <a:ext cx="11430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94D0A8B-159D-915B-0870-6A50128CA0F7}"/>
              </a:ext>
            </a:extLst>
          </p:cNvPr>
          <p:cNvSpPr txBox="1"/>
          <p:nvPr/>
        </p:nvSpPr>
        <p:spPr>
          <a:xfrm>
            <a:off x="381000" y="1115145"/>
            <a:ext cx="2520000" cy="280076"/>
          </a:xfrm>
          <a:prstGeom prst="rect">
            <a:avLst/>
          </a:prstGeom>
        </p:spPr>
        <p:txBody>
          <a:bodyPr vert="horz" wrap="square" lIns="0" tIns="0" rIns="0" bIns="46800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rPr>
              <a:t>Financial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C60AC1-0680-43EE-E267-7CB596422515}"/>
              </a:ext>
            </a:extLst>
          </p:cNvPr>
          <p:cNvSpPr txBox="1"/>
          <p:nvPr/>
        </p:nvSpPr>
        <p:spPr>
          <a:xfrm>
            <a:off x="381000" y="5050483"/>
            <a:ext cx="2520000" cy="286882"/>
          </a:xfrm>
          <a:prstGeom prst="rect">
            <a:avLst/>
          </a:prstGeom>
        </p:spPr>
        <p:txBody>
          <a:bodyPr vert="horz" wrap="square" lIns="0" tIns="0" rIns="0" bIns="46800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rPr>
              <a:t>Inclusion &amp; Diversity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53E9F3-6CC4-B6A9-35C6-5094C4C0F039}"/>
              </a:ext>
            </a:extLst>
          </p:cNvPr>
          <p:cNvSpPr txBox="1"/>
          <p:nvPr/>
        </p:nvSpPr>
        <p:spPr>
          <a:xfrm>
            <a:off x="381000" y="2662204"/>
            <a:ext cx="2520000" cy="301336"/>
          </a:xfrm>
          <a:prstGeom prst="rect">
            <a:avLst/>
          </a:prstGeom>
        </p:spPr>
        <p:txBody>
          <a:bodyPr vert="horz" wrap="square" lIns="0" tIns="0" rIns="0" bIns="46800" rtlCol="0">
            <a:noAutofit/>
          </a:bodyPr>
          <a:lstStyle>
            <a:defPPr>
              <a:defRPr lang="en-US"/>
            </a:defPPr>
            <a:lvl1pPr fontAlgn="base">
              <a:spcBef>
                <a:spcPct val="0"/>
              </a:spcBef>
              <a:spcAft>
                <a:spcPts val="200"/>
              </a:spcAft>
              <a:defRPr sz="1600" b="1">
                <a:latin typeface="+mj-lt"/>
                <a:cs typeface="Arial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rPr>
              <a:t>Custom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rPr>
              <a:t>(Strategy Priorities)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81FA87C-D864-0C51-1E10-F17FB3C49C7A}"/>
              </a:ext>
            </a:extLst>
          </p:cNvPr>
          <p:cNvGrpSpPr/>
          <p:nvPr/>
        </p:nvGrpSpPr>
        <p:grpSpPr>
          <a:xfrm>
            <a:off x="3488184" y="1376023"/>
            <a:ext cx="5068668" cy="5067179"/>
            <a:chOff x="3561618" y="896614"/>
            <a:chExt cx="5068668" cy="5067179"/>
          </a:xfrm>
        </p:grpSpPr>
        <p:sp>
          <p:nvSpPr>
            <p:cNvPr id="14" name="Freeform 35">
              <a:extLst>
                <a:ext uri="{FF2B5EF4-FFF2-40B4-BE49-F238E27FC236}">
                  <a16:creationId xmlns:a16="http://schemas.microsoft.com/office/drawing/2014/main" id="{78D2A15A-D66D-5FA4-F67C-ACEBEC957393}"/>
                </a:ext>
              </a:extLst>
            </p:cNvPr>
            <p:cNvSpPr/>
            <p:nvPr/>
          </p:nvSpPr>
          <p:spPr>
            <a:xfrm>
              <a:off x="6159389" y="896614"/>
              <a:ext cx="2099312" cy="1211741"/>
            </a:xfrm>
            <a:custGeom>
              <a:avLst/>
              <a:gdLst>
                <a:gd name="connsiteX0" fmla="*/ 2099313 w 2099312"/>
                <a:gd name="connsiteY0" fmla="*/ 1211742 h 1211741"/>
                <a:gd name="connsiteX1" fmla="*/ 0 w 2099312"/>
                <a:gd name="connsiteY1" fmla="*/ 0 h 12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99312" h="1211741">
                  <a:moveTo>
                    <a:pt x="2099313" y="1211742"/>
                  </a:moveTo>
                  <a:cubicBezTo>
                    <a:pt x="1650773" y="477445"/>
                    <a:pt x="860187" y="21172"/>
                    <a:pt x="0" y="0"/>
                  </a:cubicBezTo>
                </a:path>
              </a:pathLst>
            </a:custGeom>
            <a:noFill/>
            <a:ln w="6334" cap="flat">
              <a:solidFill>
                <a:srgbClr val="7500C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5" name="Freeform 36">
              <a:extLst>
                <a:ext uri="{FF2B5EF4-FFF2-40B4-BE49-F238E27FC236}">
                  <a16:creationId xmlns:a16="http://schemas.microsoft.com/office/drawing/2014/main" id="{F56B44EF-1F86-8790-9A38-990DCED32A80}"/>
                </a:ext>
              </a:extLst>
            </p:cNvPr>
            <p:cNvSpPr/>
            <p:nvPr/>
          </p:nvSpPr>
          <p:spPr>
            <a:xfrm>
              <a:off x="6159389" y="4752052"/>
              <a:ext cx="2099312" cy="1211741"/>
            </a:xfrm>
            <a:custGeom>
              <a:avLst/>
              <a:gdLst>
                <a:gd name="connsiteX0" fmla="*/ 0 w 2099312"/>
                <a:gd name="connsiteY0" fmla="*/ 1211742 h 1211741"/>
                <a:gd name="connsiteX1" fmla="*/ 2099313 w 2099312"/>
                <a:gd name="connsiteY1" fmla="*/ 0 h 12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99312" h="1211741">
                  <a:moveTo>
                    <a:pt x="0" y="1211742"/>
                  </a:moveTo>
                  <a:cubicBezTo>
                    <a:pt x="860187" y="1190570"/>
                    <a:pt x="1650773" y="734170"/>
                    <a:pt x="2099313" y="0"/>
                  </a:cubicBezTo>
                </a:path>
              </a:pathLst>
            </a:custGeom>
            <a:noFill/>
            <a:ln w="6334" cap="flat">
              <a:solidFill>
                <a:srgbClr val="7500C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6" name="Freeform 37">
              <a:extLst>
                <a:ext uri="{FF2B5EF4-FFF2-40B4-BE49-F238E27FC236}">
                  <a16:creationId xmlns:a16="http://schemas.microsoft.com/office/drawing/2014/main" id="{5301A5CC-398F-C228-32F6-0D30A4ED9E1D}"/>
                </a:ext>
              </a:extLst>
            </p:cNvPr>
            <p:cNvSpPr/>
            <p:nvPr/>
          </p:nvSpPr>
          <p:spPr>
            <a:xfrm>
              <a:off x="3933298" y="896614"/>
              <a:ext cx="2099312" cy="1211741"/>
            </a:xfrm>
            <a:custGeom>
              <a:avLst/>
              <a:gdLst>
                <a:gd name="connsiteX0" fmla="*/ 2099313 w 2099312"/>
                <a:gd name="connsiteY0" fmla="*/ 0 h 1211741"/>
                <a:gd name="connsiteX1" fmla="*/ 0 w 2099312"/>
                <a:gd name="connsiteY1" fmla="*/ 1211742 h 12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99312" h="1211741">
                  <a:moveTo>
                    <a:pt x="2099313" y="0"/>
                  </a:moveTo>
                  <a:cubicBezTo>
                    <a:pt x="1239126" y="21045"/>
                    <a:pt x="448540" y="477445"/>
                    <a:pt x="0" y="1211742"/>
                  </a:cubicBezTo>
                </a:path>
              </a:pathLst>
            </a:custGeom>
            <a:noFill/>
            <a:ln w="6334" cap="flat">
              <a:solidFill>
                <a:srgbClr val="7500C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7" name="Freeform 38">
              <a:extLst>
                <a:ext uri="{FF2B5EF4-FFF2-40B4-BE49-F238E27FC236}">
                  <a16:creationId xmlns:a16="http://schemas.microsoft.com/office/drawing/2014/main" id="{D97C5DEB-8A98-983A-7A8F-1BE72EC5E22D}"/>
                </a:ext>
              </a:extLst>
            </p:cNvPr>
            <p:cNvSpPr/>
            <p:nvPr/>
          </p:nvSpPr>
          <p:spPr>
            <a:xfrm>
              <a:off x="8322217" y="2218018"/>
              <a:ext cx="308069" cy="2424244"/>
            </a:xfrm>
            <a:custGeom>
              <a:avLst/>
              <a:gdLst>
                <a:gd name="connsiteX0" fmla="*/ 0 w 308069"/>
                <a:gd name="connsiteY0" fmla="*/ 2424244 h 2424244"/>
                <a:gd name="connsiteX1" fmla="*/ 0 w 308069"/>
                <a:gd name="connsiteY1" fmla="*/ 0 h 2424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8069" h="2424244">
                  <a:moveTo>
                    <a:pt x="0" y="2424244"/>
                  </a:moveTo>
                  <a:cubicBezTo>
                    <a:pt x="410760" y="1668395"/>
                    <a:pt x="410760" y="755849"/>
                    <a:pt x="0" y="0"/>
                  </a:cubicBezTo>
                </a:path>
              </a:pathLst>
            </a:custGeom>
            <a:noFill/>
            <a:ln w="6334" cap="flat">
              <a:solidFill>
                <a:srgbClr val="7500C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8" name="Freeform 39">
              <a:extLst>
                <a:ext uri="{FF2B5EF4-FFF2-40B4-BE49-F238E27FC236}">
                  <a16:creationId xmlns:a16="http://schemas.microsoft.com/office/drawing/2014/main" id="{99AE678A-8EA8-4AEE-2798-0735138A0697}"/>
                </a:ext>
              </a:extLst>
            </p:cNvPr>
            <p:cNvSpPr/>
            <p:nvPr/>
          </p:nvSpPr>
          <p:spPr>
            <a:xfrm>
              <a:off x="3933298" y="4752052"/>
              <a:ext cx="2099312" cy="1211741"/>
            </a:xfrm>
            <a:custGeom>
              <a:avLst/>
              <a:gdLst>
                <a:gd name="connsiteX0" fmla="*/ 0 w 2099312"/>
                <a:gd name="connsiteY0" fmla="*/ 0 h 1211741"/>
                <a:gd name="connsiteX1" fmla="*/ 2099313 w 2099312"/>
                <a:gd name="connsiteY1" fmla="*/ 1211742 h 12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99312" h="1211741">
                  <a:moveTo>
                    <a:pt x="0" y="0"/>
                  </a:moveTo>
                  <a:cubicBezTo>
                    <a:pt x="448540" y="734297"/>
                    <a:pt x="1239126" y="1190570"/>
                    <a:pt x="2099313" y="1211742"/>
                  </a:cubicBezTo>
                </a:path>
              </a:pathLst>
            </a:custGeom>
            <a:noFill/>
            <a:ln w="6334" cap="flat">
              <a:solidFill>
                <a:srgbClr val="7500C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9" name="Freeform 40">
              <a:extLst>
                <a:ext uri="{FF2B5EF4-FFF2-40B4-BE49-F238E27FC236}">
                  <a16:creationId xmlns:a16="http://schemas.microsoft.com/office/drawing/2014/main" id="{3B005FB9-4DC9-670A-A8AB-588A44CA9BFB}"/>
                </a:ext>
              </a:extLst>
            </p:cNvPr>
            <p:cNvSpPr/>
            <p:nvPr/>
          </p:nvSpPr>
          <p:spPr>
            <a:xfrm>
              <a:off x="3561618" y="2218018"/>
              <a:ext cx="308165" cy="2424244"/>
            </a:xfrm>
            <a:custGeom>
              <a:avLst/>
              <a:gdLst>
                <a:gd name="connsiteX0" fmla="*/ 308165 w 308165"/>
                <a:gd name="connsiteY0" fmla="*/ 0 h 2424244"/>
                <a:gd name="connsiteX1" fmla="*/ 308165 w 308165"/>
                <a:gd name="connsiteY1" fmla="*/ 2424244 h 2424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8165" h="2424244">
                  <a:moveTo>
                    <a:pt x="308165" y="0"/>
                  </a:moveTo>
                  <a:cubicBezTo>
                    <a:pt x="-102722" y="755849"/>
                    <a:pt x="-102722" y="1668395"/>
                    <a:pt x="308165" y="2424244"/>
                  </a:cubicBezTo>
                </a:path>
              </a:pathLst>
            </a:custGeom>
            <a:noFill/>
            <a:ln w="6334" cap="flat">
              <a:solidFill>
                <a:srgbClr val="7500C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grpSp>
          <p:nvGrpSpPr>
            <p:cNvPr id="20" name="Graphic 154">
              <a:extLst>
                <a:ext uri="{FF2B5EF4-FFF2-40B4-BE49-F238E27FC236}">
                  <a16:creationId xmlns:a16="http://schemas.microsoft.com/office/drawing/2014/main" id="{1CCF1D22-AE6D-4465-060E-CD9923240095}"/>
                </a:ext>
              </a:extLst>
            </p:cNvPr>
            <p:cNvGrpSpPr/>
            <p:nvPr/>
          </p:nvGrpSpPr>
          <p:grpSpPr>
            <a:xfrm>
              <a:off x="3687982" y="1020855"/>
              <a:ext cx="4815443" cy="4813877"/>
              <a:chOff x="3687136" y="1020855"/>
              <a:chExt cx="4815443" cy="4813877"/>
            </a:xfrm>
          </p:grpSpPr>
          <p:sp>
            <p:nvSpPr>
              <p:cNvPr id="25" name="Freeform 157">
                <a:extLst>
                  <a:ext uri="{FF2B5EF4-FFF2-40B4-BE49-F238E27FC236}">
                    <a16:creationId xmlns:a16="http://schemas.microsoft.com/office/drawing/2014/main" id="{70189ABB-4599-72F4-ED38-3DCA311CAFEB}"/>
                  </a:ext>
                </a:extLst>
              </p:cNvPr>
              <p:cNvSpPr/>
              <p:nvPr/>
            </p:nvSpPr>
            <p:spPr>
              <a:xfrm>
                <a:off x="7573719" y="2366727"/>
                <a:ext cx="714392" cy="739494"/>
              </a:xfrm>
              <a:custGeom>
                <a:avLst/>
                <a:gdLst>
                  <a:gd name="connsiteX0" fmla="*/ 0 w 714392"/>
                  <a:gd name="connsiteY0" fmla="*/ 280432 h 739494"/>
                  <a:gd name="connsiteX1" fmla="*/ 162529 w 714392"/>
                  <a:gd name="connsiteY1" fmla="*/ 739495 h 739494"/>
                  <a:gd name="connsiteX2" fmla="*/ 714393 w 714392"/>
                  <a:gd name="connsiteY2" fmla="*/ 642129 h 739494"/>
                  <a:gd name="connsiteX3" fmla="*/ 486193 w 714392"/>
                  <a:gd name="connsiteY3" fmla="*/ 0 h 739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4392" h="739494">
                    <a:moveTo>
                      <a:pt x="0" y="280432"/>
                    </a:moveTo>
                    <a:cubicBezTo>
                      <a:pt x="76508" y="424605"/>
                      <a:pt x="131277" y="579299"/>
                      <a:pt x="162529" y="739495"/>
                    </a:cubicBezTo>
                    <a:lnTo>
                      <a:pt x="714393" y="642129"/>
                    </a:lnTo>
                    <a:cubicBezTo>
                      <a:pt x="671861" y="417608"/>
                      <a:pt x="594886" y="201009"/>
                      <a:pt x="486193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26" name="Freeform 158">
                <a:extLst>
                  <a:ext uri="{FF2B5EF4-FFF2-40B4-BE49-F238E27FC236}">
                    <a16:creationId xmlns:a16="http://schemas.microsoft.com/office/drawing/2014/main" id="{047DD0F6-1C95-448A-3DB3-4A624FFCCA6B}"/>
                  </a:ext>
                </a:extLst>
              </p:cNvPr>
              <p:cNvSpPr/>
              <p:nvPr/>
            </p:nvSpPr>
            <p:spPr>
              <a:xfrm>
                <a:off x="6158246" y="1996410"/>
                <a:ext cx="1145056" cy="1071018"/>
              </a:xfrm>
              <a:custGeom>
                <a:avLst/>
                <a:gdLst>
                  <a:gd name="connsiteX0" fmla="*/ 0 w 1145056"/>
                  <a:gd name="connsiteY0" fmla="*/ 820252 h 1071018"/>
                  <a:gd name="connsiteX1" fmla="*/ 434087 w 1145056"/>
                  <a:gd name="connsiteY1" fmla="*/ 1071018 h 1071018"/>
                  <a:gd name="connsiteX2" fmla="*/ 1145057 w 1145056"/>
                  <a:gd name="connsiteY2" fmla="*/ 660512 h 1071018"/>
                  <a:gd name="connsiteX3" fmla="*/ 0 w 1145056"/>
                  <a:gd name="connsiteY3" fmla="*/ 0 h 10710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45056" h="1071018">
                    <a:moveTo>
                      <a:pt x="0" y="820252"/>
                    </a:moveTo>
                    <a:cubicBezTo>
                      <a:pt x="173794" y="838240"/>
                      <a:pt x="331683" y="929450"/>
                      <a:pt x="434087" y="1071018"/>
                    </a:cubicBezTo>
                    <a:lnTo>
                      <a:pt x="1145057" y="660512"/>
                    </a:lnTo>
                    <a:cubicBezTo>
                      <a:pt x="893834" y="266878"/>
                      <a:pt x="466525" y="20389"/>
                      <a:pt x="0" y="0"/>
                    </a:cubicBezTo>
                    <a:close/>
                  </a:path>
                </a:pathLst>
              </a:custGeom>
              <a:solidFill>
                <a:srgbClr val="E8E8E8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27" name="Freeform 159">
                <a:extLst>
                  <a:ext uri="{FF2B5EF4-FFF2-40B4-BE49-F238E27FC236}">
                    <a16:creationId xmlns:a16="http://schemas.microsoft.com/office/drawing/2014/main" id="{974703D0-0659-389E-808B-78125DE37615}"/>
                  </a:ext>
                </a:extLst>
              </p:cNvPr>
              <p:cNvSpPr/>
              <p:nvPr/>
            </p:nvSpPr>
            <p:spPr>
              <a:xfrm>
                <a:off x="4661501" y="2766711"/>
                <a:ext cx="872364" cy="1322291"/>
              </a:xfrm>
              <a:custGeom>
                <a:avLst/>
                <a:gdLst>
                  <a:gd name="connsiteX0" fmla="*/ 818864 w 872364"/>
                  <a:gd name="connsiteY0" fmla="*/ 661146 h 1322291"/>
                  <a:gd name="connsiteX1" fmla="*/ 872365 w 872364"/>
                  <a:gd name="connsiteY1" fmla="*/ 410380 h 1322291"/>
                  <a:gd name="connsiteX2" fmla="*/ 161395 w 872364"/>
                  <a:gd name="connsiteY2" fmla="*/ 0 h 1322291"/>
                  <a:gd name="connsiteX3" fmla="*/ 161395 w 872364"/>
                  <a:gd name="connsiteY3" fmla="*/ 1322292 h 1322291"/>
                  <a:gd name="connsiteX4" fmla="*/ 872365 w 872364"/>
                  <a:gd name="connsiteY4" fmla="*/ 911785 h 1322291"/>
                  <a:gd name="connsiteX5" fmla="*/ 818864 w 872364"/>
                  <a:gd name="connsiteY5" fmla="*/ 661146 h 1322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72364" h="1322291">
                    <a:moveTo>
                      <a:pt x="818864" y="661146"/>
                    </a:moveTo>
                    <a:cubicBezTo>
                      <a:pt x="818816" y="574720"/>
                      <a:pt x="837049" y="489261"/>
                      <a:pt x="872365" y="410380"/>
                    </a:cubicBezTo>
                    <a:lnTo>
                      <a:pt x="161395" y="0"/>
                    </a:lnTo>
                    <a:cubicBezTo>
                      <a:pt x="-53798" y="414498"/>
                      <a:pt x="-53798" y="907794"/>
                      <a:pt x="161395" y="1322292"/>
                    </a:cubicBezTo>
                    <a:lnTo>
                      <a:pt x="872365" y="911785"/>
                    </a:lnTo>
                    <a:cubicBezTo>
                      <a:pt x="837062" y="832944"/>
                      <a:pt x="818830" y="747530"/>
                      <a:pt x="818864" y="661146"/>
                    </a:cubicBezTo>
                    <a:close/>
                  </a:path>
                </a:pathLst>
              </a:custGeom>
              <a:solidFill>
                <a:srgbClr val="E8E8E8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28" name="Freeform 160">
                <a:extLst>
                  <a:ext uri="{FF2B5EF4-FFF2-40B4-BE49-F238E27FC236}">
                    <a16:creationId xmlns:a16="http://schemas.microsoft.com/office/drawing/2014/main" id="{74D9481C-746F-4C52-2F57-9D00C7803A96}"/>
                  </a:ext>
                </a:extLst>
              </p:cNvPr>
              <p:cNvSpPr/>
              <p:nvPr/>
            </p:nvSpPr>
            <p:spPr>
              <a:xfrm>
                <a:off x="6158246" y="3788286"/>
                <a:ext cx="1145056" cy="1071398"/>
              </a:xfrm>
              <a:custGeom>
                <a:avLst/>
                <a:gdLst>
                  <a:gd name="connsiteX0" fmla="*/ 434087 w 1145056"/>
                  <a:gd name="connsiteY0" fmla="*/ 0 h 1071398"/>
                  <a:gd name="connsiteX1" fmla="*/ 0 w 1145056"/>
                  <a:gd name="connsiteY1" fmla="*/ 250766 h 1071398"/>
                  <a:gd name="connsiteX2" fmla="*/ 0 w 1145056"/>
                  <a:gd name="connsiteY2" fmla="*/ 1071399 h 1071398"/>
                  <a:gd name="connsiteX3" fmla="*/ 1145057 w 1145056"/>
                  <a:gd name="connsiteY3" fmla="*/ 410506 h 1071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45056" h="1071398">
                    <a:moveTo>
                      <a:pt x="434087" y="0"/>
                    </a:moveTo>
                    <a:cubicBezTo>
                      <a:pt x="331683" y="141568"/>
                      <a:pt x="173794" y="232778"/>
                      <a:pt x="0" y="250766"/>
                    </a:cubicBezTo>
                    <a:lnTo>
                      <a:pt x="0" y="1071399"/>
                    </a:lnTo>
                    <a:cubicBezTo>
                      <a:pt x="466597" y="1050925"/>
                      <a:pt x="893921" y="804286"/>
                      <a:pt x="1145057" y="410506"/>
                    </a:cubicBezTo>
                    <a:close/>
                  </a:path>
                </a:pathLst>
              </a:custGeom>
              <a:solidFill>
                <a:srgbClr val="E8E8E8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29" name="Freeform 161">
                <a:extLst>
                  <a:ext uri="{FF2B5EF4-FFF2-40B4-BE49-F238E27FC236}">
                    <a16:creationId xmlns:a16="http://schemas.microsoft.com/office/drawing/2014/main" id="{3EF8D25A-CF58-C8B1-7EF5-98198D3D2255}"/>
                  </a:ext>
                </a:extLst>
              </p:cNvPr>
              <p:cNvSpPr/>
              <p:nvPr/>
            </p:nvSpPr>
            <p:spPr>
              <a:xfrm>
                <a:off x="6655722" y="2766711"/>
                <a:ext cx="872300" cy="1322291"/>
              </a:xfrm>
              <a:custGeom>
                <a:avLst/>
                <a:gdLst>
                  <a:gd name="connsiteX0" fmla="*/ 53627 w 872300"/>
                  <a:gd name="connsiteY0" fmla="*/ 661146 h 1322291"/>
                  <a:gd name="connsiteX1" fmla="*/ 127 w 872300"/>
                  <a:gd name="connsiteY1" fmla="*/ 911786 h 1322291"/>
                  <a:gd name="connsiteX2" fmla="*/ 710970 w 872300"/>
                  <a:gd name="connsiteY2" fmla="*/ 1322292 h 1322291"/>
                  <a:gd name="connsiteX3" fmla="*/ 710970 w 872300"/>
                  <a:gd name="connsiteY3" fmla="*/ 0 h 1322291"/>
                  <a:gd name="connsiteX4" fmla="*/ 0 w 872300"/>
                  <a:gd name="connsiteY4" fmla="*/ 410380 h 1322291"/>
                  <a:gd name="connsiteX5" fmla="*/ 53627 w 872300"/>
                  <a:gd name="connsiteY5" fmla="*/ 661146 h 1322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72300" h="1322291">
                    <a:moveTo>
                      <a:pt x="53627" y="661146"/>
                    </a:moveTo>
                    <a:cubicBezTo>
                      <a:pt x="53661" y="747530"/>
                      <a:pt x="35429" y="832945"/>
                      <a:pt x="127" y="911786"/>
                    </a:cubicBezTo>
                    <a:lnTo>
                      <a:pt x="710970" y="1322292"/>
                    </a:lnTo>
                    <a:cubicBezTo>
                      <a:pt x="926077" y="907773"/>
                      <a:pt x="926077" y="414519"/>
                      <a:pt x="710970" y="0"/>
                    </a:cubicBezTo>
                    <a:lnTo>
                      <a:pt x="0" y="410380"/>
                    </a:lnTo>
                    <a:cubicBezTo>
                      <a:pt x="35360" y="489251"/>
                      <a:pt x="53635" y="574711"/>
                      <a:pt x="53627" y="661146"/>
                    </a:cubicBezTo>
                    <a:close/>
                  </a:path>
                </a:pathLst>
              </a:custGeom>
              <a:solidFill>
                <a:srgbClr val="F5F5F5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30" name="Freeform 162">
                <a:extLst>
                  <a:ext uri="{FF2B5EF4-FFF2-40B4-BE49-F238E27FC236}">
                    <a16:creationId xmlns:a16="http://schemas.microsoft.com/office/drawing/2014/main" id="{346B795B-B914-3E5A-C190-AFCBA8223C0C}"/>
                  </a:ext>
                </a:extLst>
              </p:cNvPr>
              <p:cNvSpPr/>
              <p:nvPr/>
            </p:nvSpPr>
            <p:spPr>
              <a:xfrm>
                <a:off x="4886285" y="1996410"/>
                <a:ext cx="1145183" cy="1071018"/>
              </a:xfrm>
              <a:custGeom>
                <a:avLst/>
                <a:gdLst>
                  <a:gd name="connsiteX0" fmla="*/ 710970 w 1145183"/>
                  <a:gd name="connsiteY0" fmla="*/ 1071018 h 1071018"/>
                  <a:gd name="connsiteX1" fmla="*/ 1145183 w 1145183"/>
                  <a:gd name="connsiteY1" fmla="*/ 820252 h 1071018"/>
                  <a:gd name="connsiteX2" fmla="*/ 1145183 w 1145183"/>
                  <a:gd name="connsiteY2" fmla="*/ 0 h 1071018"/>
                  <a:gd name="connsiteX3" fmla="*/ 0 w 1145183"/>
                  <a:gd name="connsiteY3" fmla="*/ 660892 h 10710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45183" h="1071018">
                    <a:moveTo>
                      <a:pt x="710970" y="1071018"/>
                    </a:moveTo>
                    <a:cubicBezTo>
                      <a:pt x="813402" y="929419"/>
                      <a:pt x="971343" y="838205"/>
                      <a:pt x="1145183" y="820252"/>
                    </a:cubicBezTo>
                    <a:lnTo>
                      <a:pt x="1145183" y="0"/>
                    </a:lnTo>
                    <a:cubicBezTo>
                      <a:pt x="678541" y="20433"/>
                      <a:pt x="251161" y="267077"/>
                      <a:pt x="0" y="660892"/>
                    </a:cubicBezTo>
                    <a:close/>
                  </a:path>
                </a:pathLst>
              </a:custGeom>
              <a:solidFill>
                <a:srgbClr val="F5F5F5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31" name="Freeform 163">
                <a:extLst>
                  <a:ext uri="{FF2B5EF4-FFF2-40B4-BE49-F238E27FC236}">
                    <a16:creationId xmlns:a16="http://schemas.microsoft.com/office/drawing/2014/main" id="{B5B133B1-F139-E235-ACC0-836A10A5472B}"/>
                  </a:ext>
                </a:extLst>
              </p:cNvPr>
              <p:cNvSpPr/>
              <p:nvPr/>
            </p:nvSpPr>
            <p:spPr>
              <a:xfrm>
                <a:off x="4886285" y="3788286"/>
                <a:ext cx="1145183" cy="1071398"/>
              </a:xfrm>
              <a:custGeom>
                <a:avLst/>
                <a:gdLst>
                  <a:gd name="connsiteX0" fmla="*/ 1145183 w 1145183"/>
                  <a:gd name="connsiteY0" fmla="*/ 250766 h 1071398"/>
                  <a:gd name="connsiteX1" fmla="*/ 710970 w 1145183"/>
                  <a:gd name="connsiteY1" fmla="*/ 0 h 1071398"/>
                  <a:gd name="connsiteX2" fmla="*/ 0 w 1145183"/>
                  <a:gd name="connsiteY2" fmla="*/ 410506 h 1071398"/>
                  <a:gd name="connsiteX3" fmla="*/ 1145183 w 1145183"/>
                  <a:gd name="connsiteY3" fmla="*/ 1071399 h 1071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45183" h="1071398">
                    <a:moveTo>
                      <a:pt x="1145183" y="250766"/>
                    </a:moveTo>
                    <a:cubicBezTo>
                      <a:pt x="971343" y="232813"/>
                      <a:pt x="813402" y="141599"/>
                      <a:pt x="710970" y="0"/>
                    </a:cubicBezTo>
                    <a:lnTo>
                      <a:pt x="0" y="410506"/>
                    </a:lnTo>
                    <a:cubicBezTo>
                      <a:pt x="251161" y="804322"/>
                      <a:pt x="678541" y="1050965"/>
                      <a:pt x="1145183" y="1071399"/>
                    </a:cubicBezTo>
                    <a:close/>
                  </a:path>
                </a:pathLst>
              </a:custGeom>
              <a:solidFill>
                <a:srgbClr val="F5F5F5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32" name="Freeform 164">
                <a:extLst>
                  <a:ext uri="{FF2B5EF4-FFF2-40B4-BE49-F238E27FC236}">
                    <a16:creationId xmlns:a16="http://schemas.microsoft.com/office/drawing/2014/main" id="{546B6BAD-EB52-55C3-292B-917B2322A3D0}"/>
                  </a:ext>
                </a:extLst>
              </p:cNvPr>
              <p:cNvSpPr/>
              <p:nvPr/>
            </p:nvSpPr>
            <p:spPr>
              <a:xfrm>
                <a:off x="6158246" y="1836543"/>
                <a:ext cx="1275130" cy="781077"/>
              </a:xfrm>
              <a:custGeom>
                <a:avLst/>
                <a:gdLst>
                  <a:gd name="connsiteX0" fmla="*/ 0 w 1275130"/>
                  <a:gd name="connsiteY0" fmla="*/ 91280 h 781077"/>
                  <a:gd name="connsiteX1" fmla="*/ 1195894 w 1275130"/>
                  <a:gd name="connsiteY1" fmla="*/ 781078 h 781077"/>
                  <a:gd name="connsiteX2" fmla="*/ 1275130 w 1275130"/>
                  <a:gd name="connsiteY2" fmla="*/ 735311 h 781077"/>
                  <a:gd name="connsiteX3" fmla="*/ 0 w 1275130"/>
                  <a:gd name="connsiteY3" fmla="*/ 0 h 7810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5130" h="781077">
                    <a:moveTo>
                      <a:pt x="0" y="91280"/>
                    </a:moveTo>
                    <a:cubicBezTo>
                      <a:pt x="487489" y="111676"/>
                      <a:pt x="934150" y="369312"/>
                      <a:pt x="1195894" y="781078"/>
                    </a:cubicBezTo>
                    <a:lnTo>
                      <a:pt x="1275130" y="735311"/>
                    </a:lnTo>
                    <a:cubicBezTo>
                      <a:pt x="996903" y="295394"/>
                      <a:pt x="520114" y="20451"/>
                      <a:pt x="0" y="0"/>
                    </a:cubicBezTo>
                    <a:close/>
                  </a:path>
                </a:pathLst>
              </a:custGeom>
              <a:solidFill>
                <a:srgbClr val="A055F5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33" name="Freeform 165">
                <a:extLst>
                  <a:ext uri="{FF2B5EF4-FFF2-40B4-BE49-F238E27FC236}">
                    <a16:creationId xmlns:a16="http://schemas.microsoft.com/office/drawing/2014/main" id="{01324248-2EF4-209B-2CF9-800C8451A9A4}"/>
                  </a:ext>
                </a:extLst>
              </p:cNvPr>
              <p:cNvSpPr/>
              <p:nvPr/>
            </p:nvSpPr>
            <p:spPr>
              <a:xfrm>
                <a:off x="7417529" y="2691786"/>
                <a:ext cx="260649" cy="1472523"/>
              </a:xfrm>
              <a:custGeom>
                <a:avLst/>
                <a:gdLst>
                  <a:gd name="connsiteX0" fmla="*/ 79363 w 260649"/>
                  <a:gd name="connsiteY0" fmla="*/ 1472523 h 1472523"/>
                  <a:gd name="connsiteX1" fmla="*/ 79363 w 260649"/>
                  <a:gd name="connsiteY1" fmla="*/ 0 h 1472523"/>
                  <a:gd name="connsiteX2" fmla="*/ 0 w 260649"/>
                  <a:gd name="connsiteY2" fmla="*/ 45767 h 1472523"/>
                  <a:gd name="connsiteX3" fmla="*/ 0 w 260649"/>
                  <a:gd name="connsiteY3" fmla="*/ 1426756 h 1472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0649" h="1472523">
                    <a:moveTo>
                      <a:pt x="79363" y="1472523"/>
                    </a:moveTo>
                    <a:cubicBezTo>
                      <a:pt x="321079" y="1011440"/>
                      <a:pt x="321079" y="461083"/>
                      <a:pt x="79363" y="0"/>
                    </a:cubicBezTo>
                    <a:lnTo>
                      <a:pt x="0" y="45767"/>
                    </a:lnTo>
                    <a:cubicBezTo>
                      <a:pt x="225659" y="478442"/>
                      <a:pt x="225659" y="994082"/>
                      <a:pt x="0" y="1426756"/>
                    </a:cubicBezTo>
                    <a:close/>
                  </a:path>
                </a:pathLst>
              </a:custGeom>
              <a:solidFill>
                <a:srgbClr val="595959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34" name="Freeform 166">
                <a:extLst>
                  <a:ext uri="{FF2B5EF4-FFF2-40B4-BE49-F238E27FC236}">
                    <a16:creationId xmlns:a16="http://schemas.microsoft.com/office/drawing/2014/main" id="{EFE83498-891E-0183-280D-06401E558C83}"/>
                  </a:ext>
                </a:extLst>
              </p:cNvPr>
              <p:cNvSpPr/>
              <p:nvPr/>
            </p:nvSpPr>
            <p:spPr>
              <a:xfrm>
                <a:off x="6158246" y="4227698"/>
                <a:ext cx="1275130" cy="781838"/>
              </a:xfrm>
              <a:custGeom>
                <a:avLst/>
                <a:gdLst>
                  <a:gd name="connsiteX0" fmla="*/ 1195894 w 1275130"/>
                  <a:gd name="connsiteY0" fmla="*/ 0 h 781838"/>
                  <a:gd name="connsiteX1" fmla="*/ 0 w 1275130"/>
                  <a:gd name="connsiteY1" fmla="*/ 690178 h 781838"/>
                  <a:gd name="connsiteX2" fmla="*/ 0 w 1275130"/>
                  <a:gd name="connsiteY2" fmla="*/ 781838 h 781838"/>
                  <a:gd name="connsiteX3" fmla="*/ 1275130 w 1275130"/>
                  <a:gd name="connsiteY3" fmla="*/ 45767 h 781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5130" h="781838">
                    <a:moveTo>
                      <a:pt x="1195894" y="0"/>
                    </a:moveTo>
                    <a:cubicBezTo>
                      <a:pt x="934268" y="411943"/>
                      <a:pt x="487573" y="669740"/>
                      <a:pt x="0" y="690178"/>
                    </a:cubicBezTo>
                    <a:lnTo>
                      <a:pt x="0" y="781838"/>
                    </a:lnTo>
                    <a:cubicBezTo>
                      <a:pt x="520266" y="761241"/>
                      <a:pt x="997095" y="485991"/>
                      <a:pt x="1275130" y="45767"/>
                    </a:cubicBezTo>
                    <a:close/>
                  </a:path>
                </a:pathLst>
              </a:custGeom>
              <a:solidFill>
                <a:srgbClr val="460073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35" name="Freeform 167">
                <a:extLst>
                  <a:ext uri="{FF2B5EF4-FFF2-40B4-BE49-F238E27FC236}">
                    <a16:creationId xmlns:a16="http://schemas.microsoft.com/office/drawing/2014/main" id="{77F139F5-B8BD-66B4-D96C-557DBCB1FC9E}"/>
                  </a:ext>
                </a:extLst>
              </p:cNvPr>
              <p:cNvSpPr/>
              <p:nvPr/>
            </p:nvSpPr>
            <p:spPr>
              <a:xfrm>
                <a:off x="4756211" y="4227698"/>
                <a:ext cx="1275257" cy="782218"/>
              </a:xfrm>
              <a:custGeom>
                <a:avLst/>
                <a:gdLst>
                  <a:gd name="connsiteX0" fmla="*/ 1275257 w 1275257"/>
                  <a:gd name="connsiteY0" fmla="*/ 690558 h 782218"/>
                  <a:gd name="connsiteX1" fmla="*/ 79363 w 1275257"/>
                  <a:gd name="connsiteY1" fmla="*/ 0 h 782218"/>
                  <a:gd name="connsiteX2" fmla="*/ 0 w 1275257"/>
                  <a:gd name="connsiteY2" fmla="*/ 45767 h 782218"/>
                  <a:gd name="connsiteX3" fmla="*/ 1275257 w 1275257"/>
                  <a:gd name="connsiteY3" fmla="*/ 782218 h 7822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5257" h="782218">
                    <a:moveTo>
                      <a:pt x="1275257" y="690558"/>
                    </a:moveTo>
                    <a:cubicBezTo>
                      <a:pt x="787618" y="670015"/>
                      <a:pt x="340918" y="412072"/>
                      <a:pt x="79363" y="0"/>
                    </a:cubicBezTo>
                    <a:lnTo>
                      <a:pt x="0" y="45767"/>
                    </a:lnTo>
                    <a:cubicBezTo>
                      <a:pt x="278020" y="486123"/>
                      <a:pt x="754892" y="761513"/>
                      <a:pt x="1275257" y="782218"/>
                    </a:cubicBezTo>
                    <a:close/>
                  </a:path>
                </a:pathLst>
              </a:custGeom>
              <a:solidFill>
                <a:srgbClr val="7500C1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36" name="Freeform 168">
                <a:extLst>
                  <a:ext uri="{FF2B5EF4-FFF2-40B4-BE49-F238E27FC236}">
                    <a16:creationId xmlns:a16="http://schemas.microsoft.com/office/drawing/2014/main" id="{5B6B4A0C-4D2B-4ACB-DCC5-E23EF395705D}"/>
                  </a:ext>
                </a:extLst>
              </p:cNvPr>
              <p:cNvSpPr/>
              <p:nvPr/>
            </p:nvSpPr>
            <p:spPr>
              <a:xfrm>
                <a:off x="4511404" y="2691532"/>
                <a:ext cx="260653" cy="1472523"/>
              </a:xfrm>
              <a:custGeom>
                <a:avLst/>
                <a:gdLst>
                  <a:gd name="connsiteX0" fmla="*/ 260654 w 260653"/>
                  <a:gd name="connsiteY0" fmla="*/ 1426756 h 1472523"/>
                  <a:gd name="connsiteX1" fmla="*/ 260654 w 260653"/>
                  <a:gd name="connsiteY1" fmla="*/ 45767 h 1472523"/>
                  <a:gd name="connsiteX2" fmla="*/ 181418 w 260653"/>
                  <a:gd name="connsiteY2" fmla="*/ 0 h 1472523"/>
                  <a:gd name="connsiteX3" fmla="*/ 181418 w 260653"/>
                  <a:gd name="connsiteY3" fmla="*/ 1472523 h 1472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0653" h="1472523">
                    <a:moveTo>
                      <a:pt x="260654" y="1426756"/>
                    </a:moveTo>
                    <a:cubicBezTo>
                      <a:pt x="35168" y="994039"/>
                      <a:pt x="35168" y="478484"/>
                      <a:pt x="260654" y="45767"/>
                    </a:cubicBezTo>
                    <a:lnTo>
                      <a:pt x="181418" y="0"/>
                    </a:lnTo>
                    <a:cubicBezTo>
                      <a:pt x="-60473" y="461040"/>
                      <a:pt x="-60473" y="1011484"/>
                      <a:pt x="181418" y="1472523"/>
                    </a:cubicBezTo>
                    <a:close/>
                  </a:path>
                </a:pathLst>
              </a:custGeom>
              <a:solidFill>
                <a:srgbClr val="A100FF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37" name="Freeform 169">
                <a:extLst>
                  <a:ext uri="{FF2B5EF4-FFF2-40B4-BE49-F238E27FC236}">
                    <a16:creationId xmlns:a16="http://schemas.microsoft.com/office/drawing/2014/main" id="{9E9E38EB-91C8-263B-5401-4000E4125E99}"/>
                  </a:ext>
                </a:extLst>
              </p:cNvPr>
              <p:cNvSpPr/>
              <p:nvPr/>
            </p:nvSpPr>
            <p:spPr>
              <a:xfrm>
                <a:off x="4756211" y="1845798"/>
                <a:ext cx="1275257" cy="781711"/>
              </a:xfrm>
              <a:custGeom>
                <a:avLst/>
                <a:gdLst>
                  <a:gd name="connsiteX0" fmla="*/ 79363 w 1275257"/>
                  <a:gd name="connsiteY0" fmla="*/ 781711 h 781711"/>
                  <a:gd name="connsiteX1" fmla="*/ 1275257 w 1275257"/>
                  <a:gd name="connsiteY1" fmla="*/ 91533 h 781711"/>
                  <a:gd name="connsiteX2" fmla="*/ 1275257 w 1275257"/>
                  <a:gd name="connsiteY2" fmla="*/ 0 h 781711"/>
                  <a:gd name="connsiteX3" fmla="*/ 0 w 1275257"/>
                  <a:gd name="connsiteY3" fmla="*/ 735311 h 781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5257" h="781711">
                    <a:moveTo>
                      <a:pt x="79363" y="781711"/>
                    </a:moveTo>
                    <a:cubicBezTo>
                      <a:pt x="341005" y="369785"/>
                      <a:pt x="787690" y="111993"/>
                      <a:pt x="1275257" y="91533"/>
                    </a:cubicBezTo>
                    <a:lnTo>
                      <a:pt x="1275257" y="0"/>
                    </a:lnTo>
                    <a:cubicBezTo>
                      <a:pt x="755116" y="20475"/>
                      <a:pt x="278299" y="295407"/>
                      <a:pt x="0" y="735311"/>
                    </a:cubicBezTo>
                    <a:close/>
                  </a:path>
                </a:pathLst>
              </a:custGeom>
              <a:solidFill>
                <a:srgbClr val="B455AA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38" name="Freeform 170">
                <a:extLst>
                  <a:ext uri="{FF2B5EF4-FFF2-40B4-BE49-F238E27FC236}">
                    <a16:creationId xmlns:a16="http://schemas.microsoft.com/office/drawing/2014/main" id="{618D15E8-CF04-B918-8E0F-EFB8C304BBCC}"/>
                  </a:ext>
                </a:extLst>
              </p:cNvPr>
              <p:cNvSpPr/>
              <p:nvPr/>
            </p:nvSpPr>
            <p:spPr>
              <a:xfrm>
                <a:off x="6157992" y="5444764"/>
                <a:ext cx="1112981" cy="389461"/>
              </a:xfrm>
              <a:custGeom>
                <a:avLst/>
                <a:gdLst>
                  <a:gd name="connsiteX0" fmla="*/ 1064933 w 1112981"/>
                  <a:gd name="connsiteY0" fmla="*/ 0 h 389461"/>
                  <a:gd name="connsiteX1" fmla="*/ 0 w 1112981"/>
                  <a:gd name="connsiteY1" fmla="*/ 292983 h 389461"/>
                  <a:gd name="connsiteX2" fmla="*/ 0 w 1112981"/>
                  <a:gd name="connsiteY2" fmla="*/ 389461 h 389461"/>
                  <a:gd name="connsiteX3" fmla="*/ 1112982 w 1112981"/>
                  <a:gd name="connsiteY3" fmla="*/ 83546 h 3894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2981" h="389461">
                    <a:moveTo>
                      <a:pt x="1064933" y="0"/>
                    </a:moveTo>
                    <a:cubicBezTo>
                      <a:pt x="739026" y="182719"/>
                      <a:pt x="373507" y="283281"/>
                      <a:pt x="0" y="292983"/>
                    </a:cubicBezTo>
                    <a:lnTo>
                      <a:pt x="0" y="389461"/>
                    </a:lnTo>
                    <a:cubicBezTo>
                      <a:pt x="390385" y="379742"/>
                      <a:pt x="772472" y="274721"/>
                      <a:pt x="1112982" y="83546"/>
                    </a:cubicBezTo>
                    <a:close/>
                  </a:path>
                </a:pathLst>
              </a:custGeom>
              <a:solidFill>
                <a:srgbClr val="460073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39" name="Freeform 171">
                <a:extLst>
                  <a:ext uri="{FF2B5EF4-FFF2-40B4-BE49-F238E27FC236}">
                    <a16:creationId xmlns:a16="http://schemas.microsoft.com/office/drawing/2014/main" id="{52C11DF3-8309-1AFB-F14B-79AD7573F8EB}"/>
                  </a:ext>
                </a:extLst>
              </p:cNvPr>
              <p:cNvSpPr/>
              <p:nvPr/>
            </p:nvSpPr>
            <p:spPr>
              <a:xfrm>
                <a:off x="7277820" y="4637570"/>
                <a:ext cx="869948" cy="859553"/>
              </a:xfrm>
              <a:custGeom>
                <a:avLst/>
                <a:gdLst>
                  <a:gd name="connsiteX0" fmla="*/ 0 w 869948"/>
                  <a:gd name="connsiteY0" fmla="*/ 775880 h 859553"/>
                  <a:gd name="connsiteX1" fmla="*/ 48302 w 869948"/>
                  <a:gd name="connsiteY1" fmla="*/ 859553 h 859553"/>
                  <a:gd name="connsiteX2" fmla="*/ 869949 w 869948"/>
                  <a:gd name="connsiteY2" fmla="*/ 48176 h 859553"/>
                  <a:gd name="connsiteX3" fmla="*/ 786402 w 869948"/>
                  <a:gd name="connsiteY3" fmla="*/ 0 h 859553"/>
                  <a:gd name="connsiteX4" fmla="*/ 0 w 869948"/>
                  <a:gd name="connsiteY4" fmla="*/ 775880 h 859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9948" h="859553">
                    <a:moveTo>
                      <a:pt x="0" y="775880"/>
                    </a:moveTo>
                    <a:lnTo>
                      <a:pt x="48302" y="859553"/>
                    </a:lnTo>
                    <a:cubicBezTo>
                      <a:pt x="383659" y="659376"/>
                      <a:pt x="665570" y="380988"/>
                      <a:pt x="869949" y="48176"/>
                    </a:cubicBezTo>
                    <a:lnTo>
                      <a:pt x="786402" y="0"/>
                    </a:lnTo>
                    <a:cubicBezTo>
                      <a:pt x="590486" y="318112"/>
                      <a:pt x="320722" y="584267"/>
                      <a:pt x="0" y="775880"/>
                    </a:cubicBezTo>
                    <a:close/>
                  </a:path>
                </a:pathLst>
              </a:custGeom>
              <a:solidFill>
                <a:srgbClr val="460073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0" name="Freeform 172">
                <a:extLst>
                  <a:ext uri="{FF2B5EF4-FFF2-40B4-BE49-F238E27FC236}">
                    <a16:creationId xmlns:a16="http://schemas.microsoft.com/office/drawing/2014/main" id="{6D332854-2AE6-2C97-0C5F-98B41B092C8D}"/>
                  </a:ext>
                </a:extLst>
              </p:cNvPr>
              <p:cNvSpPr/>
              <p:nvPr/>
            </p:nvSpPr>
            <p:spPr>
              <a:xfrm>
                <a:off x="8376603" y="3041438"/>
                <a:ext cx="125976" cy="773344"/>
              </a:xfrm>
              <a:custGeom>
                <a:avLst/>
                <a:gdLst>
                  <a:gd name="connsiteX0" fmla="*/ 29539 w 125976"/>
                  <a:gd name="connsiteY0" fmla="*/ 386419 h 773344"/>
                  <a:gd name="connsiteX1" fmla="*/ 0 w 125976"/>
                  <a:gd name="connsiteY1" fmla="*/ 756483 h 773344"/>
                  <a:gd name="connsiteX2" fmla="*/ 94956 w 125976"/>
                  <a:gd name="connsiteY2" fmla="*/ 773344 h 773344"/>
                  <a:gd name="connsiteX3" fmla="*/ 94956 w 125976"/>
                  <a:gd name="connsiteY3" fmla="*/ 0 h 773344"/>
                  <a:gd name="connsiteX4" fmla="*/ 0 w 125976"/>
                  <a:gd name="connsiteY4" fmla="*/ 16735 h 773344"/>
                  <a:gd name="connsiteX5" fmla="*/ 29539 w 125976"/>
                  <a:gd name="connsiteY5" fmla="*/ 386419 h 773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5976" h="773344">
                    <a:moveTo>
                      <a:pt x="29539" y="386419"/>
                    </a:moveTo>
                    <a:cubicBezTo>
                      <a:pt x="29567" y="510363"/>
                      <a:pt x="19689" y="634112"/>
                      <a:pt x="0" y="756483"/>
                    </a:cubicBezTo>
                    <a:lnTo>
                      <a:pt x="94956" y="773344"/>
                    </a:lnTo>
                    <a:cubicBezTo>
                      <a:pt x="136316" y="517222"/>
                      <a:pt x="136316" y="256122"/>
                      <a:pt x="94956" y="0"/>
                    </a:cubicBezTo>
                    <a:lnTo>
                      <a:pt x="0" y="16735"/>
                    </a:lnTo>
                    <a:cubicBezTo>
                      <a:pt x="19658" y="138982"/>
                      <a:pt x="29536" y="262601"/>
                      <a:pt x="29539" y="386419"/>
                    </a:cubicBezTo>
                    <a:close/>
                  </a:path>
                </a:pathLst>
              </a:custGeom>
              <a:solidFill>
                <a:srgbClr val="595959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1" name="Freeform 173">
                <a:extLst>
                  <a:ext uri="{FF2B5EF4-FFF2-40B4-BE49-F238E27FC236}">
                    <a16:creationId xmlns:a16="http://schemas.microsoft.com/office/drawing/2014/main" id="{7251E584-FC77-69BD-2FB2-337DD7A04E6D}"/>
                  </a:ext>
                </a:extLst>
              </p:cNvPr>
              <p:cNvSpPr/>
              <p:nvPr/>
            </p:nvSpPr>
            <p:spPr>
              <a:xfrm>
                <a:off x="8127358" y="3860042"/>
                <a:ext cx="332918" cy="716167"/>
              </a:xfrm>
              <a:custGeom>
                <a:avLst/>
                <a:gdLst>
                  <a:gd name="connsiteX0" fmla="*/ 237962 w 332918"/>
                  <a:gd name="connsiteY0" fmla="*/ 0 h 716167"/>
                  <a:gd name="connsiteX1" fmla="*/ 0 w 332918"/>
                  <a:gd name="connsiteY1" fmla="*/ 667992 h 716167"/>
                  <a:gd name="connsiteX2" fmla="*/ 83673 w 332918"/>
                  <a:gd name="connsiteY2" fmla="*/ 716167 h 716167"/>
                  <a:gd name="connsiteX3" fmla="*/ 332918 w 332918"/>
                  <a:gd name="connsiteY3" fmla="*/ 16735 h 716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2918" h="716167">
                    <a:moveTo>
                      <a:pt x="237962" y="0"/>
                    </a:moveTo>
                    <a:cubicBezTo>
                      <a:pt x="193699" y="233640"/>
                      <a:pt x="113421" y="458989"/>
                      <a:pt x="0" y="667992"/>
                    </a:cubicBezTo>
                    <a:lnTo>
                      <a:pt x="83673" y="716167"/>
                    </a:lnTo>
                    <a:cubicBezTo>
                      <a:pt x="202627" y="497406"/>
                      <a:pt x="286720" y="261423"/>
                      <a:pt x="332918" y="16735"/>
                    </a:cubicBezTo>
                    <a:close/>
                  </a:path>
                </a:pathLst>
              </a:custGeom>
              <a:solidFill>
                <a:srgbClr val="595959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2" name="Freeform 174">
                <a:extLst>
                  <a:ext uri="{FF2B5EF4-FFF2-40B4-BE49-F238E27FC236}">
                    <a16:creationId xmlns:a16="http://schemas.microsoft.com/office/drawing/2014/main" id="{B7D4FEC9-296C-0421-5A18-89A72446D419}"/>
                  </a:ext>
                </a:extLst>
              </p:cNvPr>
              <p:cNvSpPr/>
              <p:nvPr/>
            </p:nvSpPr>
            <p:spPr>
              <a:xfrm>
                <a:off x="8127738" y="2278997"/>
                <a:ext cx="332664" cy="716294"/>
              </a:xfrm>
              <a:custGeom>
                <a:avLst/>
                <a:gdLst>
                  <a:gd name="connsiteX0" fmla="*/ 83673 w 332664"/>
                  <a:gd name="connsiteY0" fmla="*/ 0 h 716294"/>
                  <a:gd name="connsiteX1" fmla="*/ 0 w 332664"/>
                  <a:gd name="connsiteY1" fmla="*/ 48302 h 716294"/>
                  <a:gd name="connsiteX2" fmla="*/ 237581 w 332664"/>
                  <a:gd name="connsiteY2" fmla="*/ 716294 h 716294"/>
                  <a:gd name="connsiteX3" fmla="*/ 332665 w 332664"/>
                  <a:gd name="connsiteY3" fmla="*/ 699433 h 716294"/>
                  <a:gd name="connsiteX4" fmla="*/ 83673 w 332664"/>
                  <a:gd name="connsiteY4" fmla="*/ 0 h 716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2664" h="716294">
                    <a:moveTo>
                      <a:pt x="83673" y="0"/>
                    </a:moveTo>
                    <a:lnTo>
                      <a:pt x="0" y="48302"/>
                    </a:lnTo>
                    <a:cubicBezTo>
                      <a:pt x="113387" y="257284"/>
                      <a:pt x="193541" y="482648"/>
                      <a:pt x="237581" y="716294"/>
                    </a:cubicBezTo>
                    <a:lnTo>
                      <a:pt x="332665" y="699433"/>
                    </a:lnTo>
                    <a:cubicBezTo>
                      <a:pt x="286547" y="454758"/>
                      <a:pt x="202539" y="218777"/>
                      <a:pt x="83673" y="0"/>
                    </a:cubicBezTo>
                    <a:close/>
                  </a:path>
                </a:pathLst>
              </a:custGeom>
              <a:solidFill>
                <a:srgbClr val="595959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3" name="Freeform 175">
                <a:extLst>
                  <a:ext uri="{FF2B5EF4-FFF2-40B4-BE49-F238E27FC236}">
                    <a16:creationId xmlns:a16="http://schemas.microsoft.com/office/drawing/2014/main" id="{2A53B906-D900-2D49-2C94-867E2D7F38B8}"/>
                  </a:ext>
                </a:extLst>
              </p:cNvPr>
              <p:cNvSpPr/>
              <p:nvPr/>
            </p:nvSpPr>
            <p:spPr>
              <a:xfrm>
                <a:off x="7604653" y="1604033"/>
                <a:ext cx="543115" cy="613604"/>
              </a:xfrm>
              <a:custGeom>
                <a:avLst/>
                <a:gdLst>
                  <a:gd name="connsiteX0" fmla="*/ 459569 w 543115"/>
                  <a:gd name="connsiteY0" fmla="*/ 613604 h 613604"/>
                  <a:gd name="connsiteX1" fmla="*/ 543116 w 543115"/>
                  <a:gd name="connsiteY1" fmla="*/ 565302 h 613604"/>
                  <a:gd name="connsiteX2" fmla="*/ 61360 w 543115"/>
                  <a:gd name="connsiteY2" fmla="*/ 0 h 613604"/>
                  <a:gd name="connsiteX3" fmla="*/ 0 w 543115"/>
                  <a:gd name="connsiteY3" fmla="*/ 73911 h 613604"/>
                  <a:gd name="connsiteX4" fmla="*/ 459569 w 543115"/>
                  <a:gd name="connsiteY4" fmla="*/ 613604 h 613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3115" h="613604">
                    <a:moveTo>
                      <a:pt x="459569" y="613604"/>
                    </a:moveTo>
                    <a:lnTo>
                      <a:pt x="543116" y="565302"/>
                    </a:lnTo>
                    <a:cubicBezTo>
                      <a:pt x="412570" y="353205"/>
                      <a:pt x="250073" y="162526"/>
                      <a:pt x="61360" y="0"/>
                    </a:cubicBezTo>
                    <a:lnTo>
                      <a:pt x="0" y="73911"/>
                    </a:lnTo>
                    <a:cubicBezTo>
                      <a:pt x="179909" y="229228"/>
                      <a:pt x="334904" y="411246"/>
                      <a:pt x="459569" y="613604"/>
                    </a:cubicBezTo>
                    <a:close/>
                  </a:path>
                </a:pathLst>
              </a:custGeom>
              <a:solidFill>
                <a:srgbClr val="A055F5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4" name="Freeform 176">
                <a:extLst>
                  <a:ext uri="{FF2B5EF4-FFF2-40B4-BE49-F238E27FC236}">
                    <a16:creationId xmlns:a16="http://schemas.microsoft.com/office/drawing/2014/main" id="{7F05A6B6-13FD-3032-712F-596553F9034F}"/>
                  </a:ext>
                </a:extLst>
              </p:cNvPr>
              <p:cNvSpPr/>
              <p:nvPr/>
            </p:nvSpPr>
            <p:spPr>
              <a:xfrm>
                <a:off x="6915109" y="1176031"/>
                <a:ext cx="702982" cy="461090"/>
              </a:xfrm>
              <a:custGeom>
                <a:avLst/>
                <a:gdLst>
                  <a:gd name="connsiteX0" fmla="*/ 0 w 702982"/>
                  <a:gd name="connsiteY0" fmla="*/ 90646 h 461090"/>
                  <a:gd name="connsiteX1" fmla="*/ 640988 w 702982"/>
                  <a:gd name="connsiteY1" fmla="*/ 461091 h 461090"/>
                  <a:gd name="connsiteX2" fmla="*/ 702983 w 702982"/>
                  <a:gd name="connsiteY2" fmla="*/ 387179 h 461090"/>
                  <a:gd name="connsiteX3" fmla="*/ 33089 w 702982"/>
                  <a:gd name="connsiteY3" fmla="*/ 0 h 4610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02982" h="461090">
                    <a:moveTo>
                      <a:pt x="0" y="90646"/>
                    </a:moveTo>
                    <a:cubicBezTo>
                      <a:pt x="232190" y="178862"/>
                      <a:pt x="448632" y="303949"/>
                      <a:pt x="640988" y="461091"/>
                    </a:cubicBezTo>
                    <a:lnTo>
                      <a:pt x="702983" y="387179"/>
                    </a:lnTo>
                    <a:cubicBezTo>
                      <a:pt x="502050" y="222803"/>
                      <a:pt x="275824" y="92050"/>
                      <a:pt x="33089" y="0"/>
                    </a:cubicBezTo>
                    <a:close/>
                  </a:path>
                </a:pathLst>
              </a:custGeom>
              <a:solidFill>
                <a:srgbClr val="A055F5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5" name="Freeform 177">
                <a:extLst>
                  <a:ext uri="{FF2B5EF4-FFF2-40B4-BE49-F238E27FC236}">
                    <a16:creationId xmlns:a16="http://schemas.microsoft.com/office/drawing/2014/main" id="{C631B133-AD91-AC27-40E2-CDBF82B81343}"/>
                  </a:ext>
                </a:extLst>
              </p:cNvPr>
              <p:cNvSpPr/>
              <p:nvPr/>
            </p:nvSpPr>
            <p:spPr>
              <a:xfrm>
                <a:off x="6158246" y="1020855"/>
                <a:ext cx="730366" cy="224143"/>
              </a:xfrm>
              <a:custGeom>
                <a:avLst/>
                <a:gdLst>
                  <a:gd name="connsiteX0" fmla="*/ 730367 w 730366"/>
                  <a:gd name="connsiteY0" fmla="*/ 133370 h 224143"/>
                  <a:gd name="connsiteX1" fmla="*/ 0 w 730366"/>
                  <a:gd name="connsiteY1" fmla="*/ 0 h 224143"/>
                  <a:gd name="connsiteX2" fmla="*/ 0 w 730366"/>
                  <a:gd name="connsiteY2" fmla="*/ 96605 h 224143"/>
                  <a:gd name="connsiteX3" fmla="*/ 697278 w 730366"/>
                  <a:gd name="connsiteY3" fmla="*/ 224143 h 2241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0366" h="224143">
                    <a:moveTo>
                      <a:pt x="730367" y="133370"/>
                    </a:moveTo>
                    <a:cubicBezTo>
                      <a:pt x="495296" y="51324"/>
                      <a:pt x="248897" y="6330"/>
                      <a:pt x="0" y="0"/>
                    </a:cubicBezTo>
                    <a:lnTo>
                      <a:pt x="0" y="96605"/>
                    </a:lnTo>
                    <a:cubicBezTo>
                      <a:pt x="237618" y="102847"/>
                      <a:pt x="472835" y="145870"/>
                      <a:pt x="697278" y="224143"/>
                    </a:cubicBezTo>
                    <a:close/>
                  </a:path>
                </a:pathLst>
              </a:custGeom>
              <a:solidFill>
                <a:srgbClr val="A055F5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6" name="Freeform 178">
                <a:extLst>
                  <a:ext uri="{FF2B5EF4-FFF2-40B4-BE49-F238E27FC236}">
                    <a16:creationId xmlns:a16="http://schemas.microsoft.com/office/drawing/2014/main" id="{2C871B96-0BAD-88E0-B90F-C1D2FCCE50C9}"/>
                  </a:ext>
                </a:extLst>
              </p:cNvPr>
              <p:cNvSpPr/>
              <p:nvPr/>
            </p:nvSpPr>
            <p:spPr>
              <a:xfrm>
                <a:off x="6696671" y="1340335"/>
                <a:ext cx="808841" cy="786275"/>
              </a:xfrm>
              <a:custGeom>
                <a:avLst/>
                <a:gdLst>
                  <a:gd name="connsiteX0" fmla="*/ 0 w 808841"/>
                  <a:gd name="connsiteY0" fmla="*/ 526762 h 786275"/>
                  <a:gd name="connsiteX1" fmla="*/ 448667 w 808841"/>
                  <a:gd name="connsiteY1" fmla="*/ 786276 h 786275"/>
                  <a:gd name="connsiteX2" fmla="*/ 808842 w 808841"/>
                  <a:gd name="connsiteY2" fmla="*/ 357006 h 786275"/>
                  <a:gd name="connsiteX3" fmla="*/ 191688 w 808841"/>
                  <a:gd name="connsiteY3" fmla="*/ 0 h 786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08841" h="786275">
                    <a:moveTo>
                      <a:pt x="0" y="526762"/>
                    </a:moveTo>
                    <a:cubicBezTo>
                      <a:pt x="162177" y="589331"/>
                      <a:pt x="313564" y="676895"/>
                      <a:pt x="448667" y="786276"/>
                    </a:cubicBezTo>
                    <a:lnTo>
                      <a:pt x="808842" y="357006"/>
                    </a:lnTo>
                    <a:cubicBezTo>
                      <a:pt x="623589" y="205694"/>
                      <a:pt x="415211" y="85153"/>
                      <a:pt x="191688" y="0"/>
                    </a:cubicBezTo>
                    <a:close/>
                  </a:path>
                </a:pathLst>
              </a:custGeom>
              <a:solidFill>
                <a:srgbClr val="E8E8E8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7" name="Freeform 179">
                <a:extLst>
                  <a:ext uri="{FF2B5EF4-FFF2-40B4-BE49-F238E27FC236}">
                    <a16:creationId xmlns:a16="http://schemas.microsoft.com/office/drawing/2014/main" id="{3EA13224-E4A5-1992-4A61-7A31A0DAF140}"/>
                  </a:ext>
                </a:extLst>
              </p:cNvPr>
              <p:cNvSpPr/>
              <p:nvPr/>
            </p:nvSpPr>
            <p:spPr>
              <a:xfrm>
                <a:off x="3861571" y="3071358"/>
                <a:ext cx="580992" cy="712617"/>
              </a:xfrm>
              <a:custGeom>
                <a:avLst/>
                <a:gdLst>
                  <a:gd name="connsiteX0" fmla="*/ 560961 w 580992"/>
                  <a:gd name="connsiteY0" fmla="*/ 356499 h 712617"/>
                  <a:gd name="connsiteX1" fmla="*/ 580992 w 580992"/>
                  <a:gd name="connsiteY1" fmla="*/ 97239 h 712617"/>
                  <a:gd name="connsiteX2" fmla="*/ 28495 w 580992"/>
                  <a:gd name="connsiteY2" fmla="*/ 0 h 712617"/>
                  <a:gd name="connsiteX3" fmla="*/ 28495 w 580992"/>
                  <a:gd name="connsiteY3" fmla="*/ 712618 h 712617"/>
                  <a:gd name="connsiteX4" fmla="*/ 580358 w 580992"/>
                  <a:gd name="connsiteY4" fmla="*/ 615253 h 712617"/>
                  <a:gd name="connsiteX5" fmla="*/ 560961 w 580992"/>
                  <a:gd name="connsiteY5" fmla="*/ 356499 h 7126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80992" h="712617">
                    <a:moveTo>
                      <a:pt x="560961" y="356499"/>
                    </a:moveTo>
                    <a:cubicBezTo>
                      <a:pt x="560933" y="269691"/>
                      <a:pt x="567630" y="183012"/>
                      <a:pt x="580992" y="97239"/>
                    </a:cubicBezTo>
                    <a:lnTo>
                      <a:pt x="28495" y="0"/>
                    </a:lnTo>
                    <a:cubicBezTo>
                      <a:pt x="-9498" y="236020"/>
                      <a:pt x="-9498" y="476598"/>
                      <a:pt x="28495" y="712618"/>
                    </a:cubicBezTo>
                    <a:lnTo>
                      <a:pt x="580358" y="615253"/>
                    </a:lnTo>
                    <a:cubicBezTo>
                      <a:pt x="567228" y="529631"/>
                      <a:pt x="560743" y="443121"/>
                      <a:pt x="560961" y="356499"/>
                    </a:cubicBezTo>
                    <a:close/>
                  </a:path>
                </a:pathLst>
              </a:custGeom>
              <a:solidFill>
                <a:srgbClr val="E8E8E8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8" name="Freeform 180">
                <a:extLst>
                  <a:ext uri="{FF2B5EF4-FFF2-40B4-BE49-F238E27FC236}">
                    <a16:creationId xmlns:a16="http://schemas.microsoft.com/office/drawing/2014/main" id="{30F82B19-B709-20B8-2138-8C663E7DD958}"/>
                  </a:ext>
                </a:extLst>
              </p:cNvPr>
              <p:cNvSpPr/>
              <p:nvPr/>
            </p:nvSpPr>
            <p:spPr>
              <a:xfrm>
                <a:off x="7747278" y="3070978"/>
                <a:ext cx="580262" cy="712997"/>
              </a:xfrm>
              <a:custGeom>
                <a:avLst/>
                <a:gdLst>
                  <a:gd name="connsiteX0" fmla="*/ 20031 w 580262"/>
                  <a:gd name="connsiteY0" fmla="*/ 356879 h 712997"/>
                  <a:gd name="connsiteX1" fmla="*/ 0 w 580262"/>
                  <a:gd name="connsiteY1" fmla="*/ 616013 h 712997"/>
                  <a:gd name="connsiteX2" fmla="*/ 551863 w 580262"/>
                  <a:gd name="connsiteY2" fmla="*/ 712998 h 712997"/>
                  <a:gd name="connsiteX3" fmla="*/ 551863 w 580262"/>
                  <a:gd name="connsiteY3" fmla="*/ 0 h 712997"/>
                  <a:gd name="connsiteX4" fmla="*/ 0 w 580262"/>
                  <a:gd name="connsiteY4" fmla="*/ 97238 h 712997"/>
                  <a:gd name="connsiteX5" fmla="*/ 20031 w 580262"/>
                  <a:gd name="connsiteY5" fmla="*/ 356879 h 7129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80262" h="712997">
                    <a:moveTo>
                      <a:pt x="20031" y="356879"/>
                    </a:moveTo>
                    <a:cubicBezTo>
                      <a:pt x="19995" y="443643"/>
                      <a:pt x="13299" y="530275"/>
                      <a:pt x="0" y="616013"/>
                    </a:cubicBezTo>
                    <a:lnTo>
                      <a:pt x="551863" y="712998"/>
                    </a:lnTo>
                    <a:cubicBezTo>
                      <a:pt x="589728" y="476840"/>
                      <a:pt x="589728" y="236158"/>
                      <a:pt x="551863" y="0"/>
                    </a:cubicBezTo>
                    <a:lnTo>
                      <a:pt x="0" y="97238"/>
                    </a:lnTo>
                    <a:cubicBezTo>
                      <a:pt x="13318" y="183144"/>
                      <a:pt x="20015" y="269947"/>
                      <a:pt x="20031" y="356879"/>
                    </a:cubicBezTo>
                    <a:close/>
                  </a:path>
                </a:pathLst>
              </a:custGeom>
              <a:solidFill>
                <a:srgbClr val="F5F5F5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9" name="Freeform 181">
                <a:extLst>
                  <a:ext uri="{FF2B5EF4-FFF2-40B4-BE49-F238E27FC236}">
                    <a16:creationId xmlns:a16="http://schemas.microsoft.com/office/drawing/2014/main" id="{ECE16B25-7EC4-8EF0-1ADE-6D0F5663306B}"/>
                  </a:ext>
                </a:extLst>
              </p:cNvPr>
              <p:cNvSpPr/>
              <p:nvPr/>
            </p:nvSpPr>
            <p:spPr>
              <a:xfrm>
                <a:off x="4684074" y="4728850"/>
                <a:ext cx="808968" cy="786402"/>
              </a:xfrm>
              <a:custGeom>
                <a:avLst/>
                <a:gdLst>
                  <a:gd name="connsiteX0" fmla="*/ 808969 w 808968"/>
                  <a:gd name="connsiteY0" fmla="*/ 259514 h 786402"/>
                  <a:gd name="connsiteX1" fmla="*/ 360302 w 808968"/>
                  <a:gd name="connsiteY1" fmla="*/ 0 h 786402"/>
                  <a:gd name="connsiteX2" fmla="*/ 0 w 808968"/>
                  <a:gd name="connsiteY2" fmla="*/ 429523 h 786402"/>
                  <a:gd name="connsiteX3" fmla="*/ 617281 w 808968"/>
                  <a:gd name="connsiteY3" fmla="*/ 786402 h 7864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08968" h="786402">
                    <a:moveTo>
                      <a:pt x="808969" y="259514"/>
                    </a:moveTo>
                    <a:cubicBezTo>
                      <a:pt x="646838" y="196847"/>
                      <a:pt x="495466" y="109291"/>
                      <a:pt x="360302" y="0"/>
                    </a:cubicBezTo>
                    <a:lnTo>
                      <a:pt x="0" y="429523"/>
                    </a:lnTo>
                    <a:cubicBezTo>
                      <a:pt x="185259" y="580862"/>
                      <a:pt x="393689" y="701366"/>
                      <a:pt x="617281" y="786402"/>
                    </a:cubicBezTo>
                    <a:close/>
                  </a:path>
                </a:pathLst>
              </a:custGeom>
              <a:solidFill>
                <a:srgbClr val="F5F5F5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50" name="Freeform 182">
                <a:extLst>
                  <a:ext uri="{FF2B5EF4-FFF2-40B4-BE49-F238E27FC236}">
                    <a16:creationId xmlns:a16="http://schemas.microsoft.com/office/drawing/2014/main" id="{F2224AB1-4459-61B3-140A-5EF7E9D85DA0}"/>
                  </a:ext>
                </a:extLst>
              </p:cNvPr>
              <p:cNvSpPr/>
              <p:nvPr/>
            </p:nvSpPr>
            <p:spPr>
              <a:xfrm>
                <a:off x="4684075" y="1340335"/>
                <a:ext cx="808968" cy="786275"/>
              </a:xfrm>
              <a:custGeom>
                <a:avLst/>
                <a:gdLst>
                  <a:gd name="connsiteX0" fmla="*/ 360302 w 808968"/>
                  <a:gd name="connsiteY0" fmla="*/ 786275 h 786275"/>
                  <a:gd name="connsiteX1" fmla="*/ 808969 w 808968"/>
                  <a:gd name="connsiteY1" fmla="*/ 526761 h 786275"/>
                  <a:gd name="connsiteX2" fmla="*/ 617281 w 808968"/>
                  <a:gd name="connsiteY2" fmla="*/ 0 h 786275"/>
                  <a:gd name="connsiteX3" fmla="*/ 0 w 808968"/>
                  <a:gd name="connsiteY3" fmla="*/ 357006 h 786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08968" h="786275">
                    <a:moveTo>
                      <a:pt x="360302" y="786275"/>
                    </a:moveTo>
                    <a:cubicBezTo>
                      <a:pt x="495404" y="676895"/>
                      <a:pt x="646791" y="589331"/>
                      <a:pt x="808969" y="526761"/>
                    </a:cubicBezTo>
                    <a:lnTo>
                      <a:pt x="617281" y="0"/>
                    </a:lnTo>
                    <a:cubicBezTo>
                      <a:pt x="393713" y="85141"/>
                      <a:pt x="185291" y="205682"/>
                      <a:pt x="0" y="357006"/>
                    </a:cubicBezTo>
                    <a:close/>
                  </a:path>
                </a:pathLst>
              </a:custGeom>
              <a:solidFill>
                <a:srgbClr val="F5F5F5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51" name="Freeform 183">
                <a:extLst>
                  <a:ext uri="{FF2B5EF4-FFF2-40B4-BE49-F238E27FC236}">
                    <a16:creationId xmlns:a16="http://schemas.microsoft.com/office/drawing/2014/main" id="{9ADDA266-4A31-53C8-1F56-271DECC30AE8}"/>
                  </a:ext>
                </a:extLst>
              </p:cNvPr>
              <p:cNvSpPr/>
              <p:nvPr/>
            </p:nvSpPr>
            <p:spPr>
              <a:xfrm>
                <a:off x="6158246" y="4892013"/>
                <a:ext cx="1025505" cy="767259"/>
              </a:xfrm>
              <a:custGeom>
                <a:avLst/>
                <a:gdLst>
                  <a:gd name="connsiteX0" fmla="*/ 0 w 1025505"/>
                  <a:gd name="connsiteY0" fmla="*/ 206774 h 767259"/>
                  <a:gd name="connsiteX1" fmla="*/ 0 w 1025505"/>
                  <a:gd name="connsiteY1" fmla="*/ 767259 h 767259"/>
                  <a:gd name="connsiteX2" fmla="*/ 1025505 w 1025505"/>
                  <a:gd name="connsiteY2" fmla="*/ 485306 h 767259"/>
                  <a:gd name="connsiteX3" fmla="*/ 745326 w 1025505"/>
                  <a:gd name="connsiteY3" fmla="*/ 0 h 767259"/>
                  <a:gd name="connsiteX4" fmla="*/ 0 w 1025505"/>
                  <a:gd name="connsiteY4" fmla="*/ 206774 h 767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25505" h="767259">
                    <a:moveTo>
                      <a:pt x="0" y="206774"/>
                    </a:moveTo>
                    <a:lnTo>
                      <a:pt x="0" y="767259"/>
                    </a:lnTo>
                    <a:cubicBezTo>
                      <a:pt x="359625" y="757715"/>
                      <a:pt x="711550" y="660957"/>
                      <a:pt x="1025505" y="485306"/>
                    </a:cubicBezTo>
                    <a:lnTo>
                      <a:pt x="745326" y="0"/>
                    </a:lnTo>
                    <a:cubicBezTo>
                      <a:pt x="516575" y="126513"/>
                      <a:pt x="261235" y="197351"/>
                      <a:pt x="0" y="206774"/>
                    </a:cubicBezTo>
                    <a:close/>
                  </a:path>
                </a:pathLst>
              </a:custGeom>
              <a:solidFill>
                <a:srgbClr val="E8E8E8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52" name="Freeform 184">
                <a:extLst>
                  <a:ext uri="{FF2B5EF4-FFF2-40B4-BE49-F238E27FC236}">
                    <a16:creationId xmlns:a16="http://schemas.microsoft.com/office/drawing/2014/main" id="{A16B234B-D9EE-687B-A00C-AF033EDA7C18}"/>
                  </a:ext>
                </a:extLst>
              </p:cNvPr>
              <p:cNvSpPr/>
              <p:nvPr/>
            </p:nvSpPr>
            <p:spPr>
              <a:xfrm>
                <a:off x="5360687" y="5009916"/>
                <a:ext cx="670780" cy="649482"/>
              </a:xfrm>
              <a:custGeom>
                <a:avLst/>
                <a:gdLst>
                  <a:gd name="connsiteX0" fmla="*/ 670781 w 670780"/>
                  <a:gd name="connsiteY0" fmla="*/ 88744 h 649482"/>
                  <a:gd name="connsiteX1" fmla="*/ 191941 w 670780"/>
                  <a:gd name="connsiteY1" fmla="*/ 0 h 649482"/>
                  <a:gd name="connsiteX2" fmla="*/ 0 w 670780"/>
                  <a:gd name="connsiteY2" fmla="*/ 527015 h 649482"/>
                  <a:gd name="connsiteX3" fmla="*/ 670527 w 670780"/>
                  <a:gd name="connsiteY3" fmla="*/ 649482 h 6494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0780" h="649482">
                    <a:moveTo>
                      <a:pt x="670781" y="88744"/>
                    </a:moveTo>
                    <a:cubicBezTo>
                      <a:pt x="507683" y="82773"/>
                      <a:pt x="346347" y="52873"/>
                      <a:pt x="191941" y="0"/>
                    </a:cubicBezTo>
                    <a:lnTo>
                      <a:pt x="0" y="527015"/>
                    </a:lnTo>
                    <a:cubicBezTo>
                      <a:pt x="215899" y="602011"/>
                      <a:pt x="442057" y="643317"/>
                      <a:pt x="670527" y="649482"/>
                    </a:cubicBezTo>
                    <a:close/>
                  </a:path>
                </a:pathLst>
              </a:custGeom>
              <a:solidFill>
                <a:srgbClr val="F5F5F5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53" name="Freeform 185">
                <a:extLst>
                  <a:ext uri="{FF2B5EF4-FFF2-40B4-BE49-F238E27FC236}">
                    <a16:creationId xmlns:a16="http://schemas.microsoft.com/office/drawing/2014/main" id="{CBC53E52-60E9-57ED-B4D9-7D57A33FC364}"/>
                  </a:ext>
                </a:extLst>
              </p:cNvPr>
              <p:cNvSpPr/>
              <p:nvPr/>
            </p:nvSpPr>
            <p:spPr>
              <a:xfrm>
                <a:off x="4193571" y="4318217"/>
                <a:ext cx="802122" cy="799460"/>
              </a:xfrm>
              <a:custGeom>
                <a:avLst/>
                <a:gdLst>
                  <a:gd name="connsiteX0" fmla="*/ 485685 w 802122"/>
                  <a:gd name="connsiteY0" fmla="*/ 0 h 799460"/>
                  <a:gd name="connsiteX1" fmla="*/ 0 w 802122"/>
                  <a:gd name="connsiteY1" fmla="*/ 280433 h 799460"/>
                  <a:gd name="connsiteX2" fmla="*/ 441947 w 802122"/>
                  <a:gd name="connsiteY2" fmla="*/ 799461 h 799460"/>
                  <a:gd name="connsiteX3" fmla="*/ 802123 w 802122"/>
                  <a:gd name="connsiteY3" fmla="*/ 370191 h 799460"/>
                  <a:gd name="connsiteX4" fmla="*/ 485685 w 802122"/>
                  <a:gd name="connsiteY4" fmla="*/ 0 h 799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02122" h="799460">
                    <a:moveTo>
                      <a:pt x="485685" y="0"/>
                    </a:moveTo>
                    <a:lnTo>
                      <a:pt x="0" y="280433"/>
                    </a:lnTo>
                    <a:cubicBezTo>
                      <a:pt x="120060" y="474913"/>
                      <a:pt x="269091" y="649936"/>
                      <a:pt x="441947" y="799461"/>
                    </a:cubicBezTo>
                    <a:lnTo>
                      <a:pt x="802123" y="370191"/>
                    </a:lnTo>
                    <a:cubicBezTo>
                      <a:pt x="679285" y="262757"/>
                      <a:pt x="572695" y="138060"/>
                      <a:pt x="485685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54" name="Freeform 186">
                <a:extLst>
                  <a:ext uri="{FF2B5EF4-FFF2-40B4-BE49-F238E27FC236}">
                    <a16:creationId xmlns:a16="http://schemas.microsoft.com/office/drawing/2014/main" id="{04B3019D-FE2D-0016-7A99-EE0FE1AE1F12}"/>
                  </a:ext>
                </a:extLst>
              </p:cNvPr>
              <p:cNvSpPr/>
              <p:nvPr/>
            </p:nvSpPr>
            <p:spPr>
              <a:xfrm>
                <a:off x="3901476" y="3749365"/>
                <a:ext cx="713885" cy="740255"/>
              </a:xfrm>
              <a:custGeom>
                <a:avLst/>
                <a:gdLst>
                  <a:gd name="connsiteX0" fmla="*/ 551990 w 713885"/>
                  <a:gd name="connsiteY0" fmla="*/ 0 h 740255"/>
                  <a:gd name="connsiteX1" fmla="*/ 0 w 713885"/>
                  <a:gd name="connsiteY1" fmla="*/ 97999 h 740255"/>
                  <a:gd name="connsiteX2" fmla="*/ 228200 w 713885"/>
                  <a:gd name="connsiteY2" fmla="*/ 740255 h 740255"/>
                  <a:gd name="connsiteX3" fmla="*/ 713885 w 713885"/>
                  <a:gd name="connsiteY3" fmla="*/ 459823 h 740255"/>
                  <a:gd name="connsiteX4" fmla="*/ 551990 w 713885"/>
                  <a:gd name="connsiteY4" fmla="*/ 0 h 740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3885" h="740255">
                    <a:moveTo>
                      <a:pt x="551990" y="0"/>
                    </a:moveTo>
                    <a:lnTo>
                      <a:pt x="0" y="97999"/>
                    </a:lnTo>
                    <a:cubicBezTo>
                      <a:pt x="42531" y="322561"/>
                      <a:pt x="119506" y="539202"/>
                      <a:pt x="228200" y="740255"/>
                    </a:cubicBezTo>
                    <a:lnTo>
                      <a:pt x="713885" y="459823"/>
                    </a:lnTo>
                    <a:cubicBezTo>
                      <a:pt x="637608" y="315341"/>
                      <a:pt x="583056" y="160400"/>
                      <a:pt x="551990" y="0"/>
                    </a:cubicBezTo>
                    <a:close/>
                  </a:path>
                </a:pathLst>
              </a:custGeom>
              <a:solidFill>
                <a:srgbClr val="E8E8E8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55" name="Freeform 187">
                <a:extLst>
                  <a:ext uri="{FF2B5EF4-FFF2-40B4-BE49-F238E27FC236}">
                    <a16:creationId xmlns:a16="http://schemas.microsoft.com/office/drawing/2014/main" id="{C67B0DF5-02FA-95E5-709D-44F3F4B58258}"/>
                  </a:ext>
                </a:extLst>
              </p:cNvPr>
              <p:cNvSpPr/>
              <p:nvPr/>
            </p:nvSpPr>
            <p:spPr>
              <a:xfrm>
                <a:off x="3901983" y="2366727"/>
                <a:ext cx="713885" cy="739494"/>
              </a:xfrm>
              <a:custGeom>
                <a:avLst/>
                <a:gdLst>
                  <a:gd name="connsiteX0" fmla="*/ 713885 w 713885"/>
                  <a:gd name="connsiteY0" fmla="*/ 280432 h 739494"/>
                  <a:gd name="connsiteX1" fmla="*/ 228200 w 713885"/>
                  <a:gd name="connsiteY1" fmla="*/ 0 h 739494"/>
                  <a:gd name="connsiteX2" fmla="*/ 0 w 713885"/>
                  <a:gd name="connsiteY2" fmla="*/ 642129 h 739494"/>
                  <a:gd name="connsiteX3" fmla="*/ 551990 w 713885"/>
                  <a:gd name="connsiteY3" fmla="*/ 739494 h 739494"/>
                  <a:gd name="connsiteX4" fmla="*/ 713885 w 713885"/>
                  <a:gd name="connsiteY4" fmla="*/ 280432 h 739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3885" h="739494">
                    <a:moveTo>
                      <a:pt x="713885" y="280432"/>
                    </a:moveTo>
                    <a:lnTo>
                      <a:pt x="228200" y="0"/>
                    </a:lnTo>
                    <a:cubicBezTo>
                      <a:pt x="119518" y="201014"/>
                      <a:pt x="42544" y="417611"/>
                      <a:pt x="0" y="642129"/>
                    </a:cubicBezTo>
                    <a:lnTo>
                      <a:pt x="551990" y="739494"/>
                    </a:lnTo>
                    <a:cubicBezTo>
                      <a:pt x="583096" y="579347"/>
                      <a:pt x="637648" y="424663"/>
                      <a:pt x="713885" y="280432"/>
                    </a:cubicBezTo>
                    <a:close/>
                  </a:path>
                </a:pathLst>
              </a:custGeom>
              <a:solidFill>
                <a:srgbClr val="E8E8E8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56" name="Freeform 188">
                <a:extLst>
                  <a:ext uri="{FF2B5EF4-FFF2-40B4-BE49-F238E27FC236}">
                    <a16:creationId xmlns:a16="http://schemas.microsoft.com/office/drawing/2014/main" id="{5E93D92E-47C1-FC0D-97C1-03A24F104EF3}"/>
                  </a:ext>
                </a:extLst>
              </p:cNvPr>
              <p:cNvSpPr/>
              <p:nvPr/>
            </p:nvSpPr>
            <p:spPr>
              <a:xfrm>
                <a:off x="4193571" y="1738037"/>
                <a:ext cx="802629" cy="799333"/>
              </a:xfrm>
              <a:custGeom>
                <a:avLst/>
                <a:gdLst>
                  <a:gd name="connsiteX0" fmla="*/ 485685 w 802629"/>
                  <a:gd name="connsiteY0" fmla="*/ 799334 h 799333"/>
                  <a:gd name="connsiteX1" fmla="*/ 802630 w 802629"/>
                  <a:gd name="connsiteY1" fmla="*/ 429269 h 799333"/>
                  <a:gd name="connsiteX2" fmla="*/ 441947 w 802629"/>
                  <a:gd name="connsiteY2" fmla="*/ 0 h 799333"/>
                  <a:gd name="connsiteX3" fmla="*/ 0 w 802629"/>
                  <a:gd name="connsiteY3" fmla="*/ 518901 h 799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02629" h="799333">
                    <a:moveTo>
                      <a:pt x="485685" y="799334"/>
                    </a:moveTo>
                    <a:cubicBezTo>
                      <a:pt x="572812" y="661249"/>
                      <a:pt x="679580" y="536587"/>
                      <a:pt x="802630" y="429269"/>
                    </a:cubicBezTo>
                    <a:lnTo>
                      <a:pt x="441947" y="0"/>
                    </a:lnTo>
                    <a:cubicBezTo>
                      <a:pt x="269069" y="149454"/>
                      <a:pt x="120034" y="324439"/>
                      <a:pt x="0" y="518901"/>
                    </a:cubicBezTo>
                    <a:close/>
                  </a:path>
                </a:pathLst>
              </a:custGeom>
              <a:solidFill>
                <a:srgbClr val="F5F5F5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57" name="Freeform 189">
                <a:extLst>
                  <a:ext uri="{FF2B5EF4-FFF2-40B4-BE49-F238E27FC236}">
                    <a16:creationId xmlns:a16="http://schemas.microsoft.com/office/drawing/2014/main" id="{9E5B02C5-9DF0-2F23-28EF-51B7AF532F02}"/>
                  </a:ext>
                </a:extLst>
              </p:cNvPr>
              <p:cNvSpPr/>
              <p:nvPr/>
            </p:nvSpPr>
            <p:spPr>
              <a:xfrm>
                <a:off x="5360687" y="1196189"/>
                <a:ext cx="670780" cy="649101"/>
              </a:xfrm>
              <a:custGeom>
                <a:avLst/>
                <a:gdLst>
                  <a:gd name="connsiteX0" fmla="*/ 670781 w 670780"/>
                  <a:gd name="connsiteY0" fmla="*/ 560865 h 649101"/>
                  <a:gd name="connsiteX1" fmla="*/ 670781 w 670780"/>
                  <a:gd name="connsiteY1" fmla="*/ 0 h 649101"/>
                  <a:gd name="connsiteX2" fmla="*/ 0 w 670780"/>
                  <a:gd name="connsiteY2" fmla="*/ 122467 h 649101"/>
                  <a:gd name="connsiteX3" fmla="*/ 191688 w 670780"/>
                  <a:gd name="connsiteY3" fmla="*/ 649102 h 649101"/>
                  <a:gd name="connsiteX4" fmla="*/ 670781 w 670780"/>
                  <a:gd name="connsiteY4" fmla="*/ 560865 h 649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0780" h="649101">
                    <a:moveTo>
                      <a:pt x="670781" y="560865"/>
                    </a:moveTo>
                    <a:lnTo>
                      <a:pt x="670781" y="0"/>
                    </a:lnTo>
                    <a:cubicBezTo>
                      <a:pt x="442226" y="6139"/>
                      <a:pt x="215979" y="47446"/>
                      <a:pt x="0" y="122467"/>
                    </a:cubicBezTo>
                    <a:lnTo>
                      <a:pt x="191688" y="649102"/>
                    </a:lnTo>
                    <a:cubicBezTo>
                      <a:pt x="346200" y="596377"/>
                      <a:pt x="507623" y="566647"/>
                      <a:pt x="670781" y="560865"/>
                    </a:cubicBezTo>
                    <a:close/>
                  </a:path>
                </a:pathLst>
              </a:custGeom>
              <a:solidFill>
                <a:srgbClr val="F5F5F5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58" name="Freeform 190">
                <a:extLst>
                  <a:ext uri="{FF2B5EF4-FFF2-40B4-BE49-F238E27FC236}">
                    <a16:creationId xmlns:a16="http://schemas.microsoft.com/office/drawing/2014/main" id="{02A3FA43-720A-6DD1-E7A4-6CA47CF25B58}"/>
                  </a:ext>
                </a:extLst>
              </p:cNvPr>
              <p:cNvSpPr/>
              <p:nvPr/>
            </p:nvSpPr>
            <p:spPr>
              <a:xfrm>
                <a:off x="6158246" y="1196189"/>
                <a:ext cx="670527" cy="649609"/>
              </a:xfrm>
              <a:custGeom>
                <a:avLst/>
                <a:gdLst>
                  <a:gd name="connsiteX0" fmla="*/ 0 w 670527"/>
                  <a:gd name="connsiteY0" fmla="*/ 560865 h 649609"/>
                  <a:gd name="connsiteX1" fmla="*/ 478840 w 670527"/>
                  <a:gd name="connsiteY1" fmla="*/ 649609 h 649609"/>
                  <a:gd name="connsiteX2" fmla="*/ 670527 w 670527"/>
                  <a:gd name="connsiteY2" fmla="*/ 122467 h 649609"/>
                  <a:gd name="connsiteX3" fmla="*/ 0 w 670527"/>
                  <a:gd name="connsiteY3" fmla="*/ 0 h 6496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0527" h="649609">
                    <a:moveTo>
                      <a:pt x="0" y="560865"/>
                    </a:moveTo>
                    <a:cubicBezTo>
                      <a:pt x="163097" y="566846"/>
                      <a:pt x="324431" y="596747"/>
                      <a:pt x="478840" y="649609"/>
                    </a:cubicBezTo>
                    <a:lnTo>
                      <a:pt x="670527" y="122467"/>
                    </a:lnTo>
                    <a:cubicBezTo>
                      <a:pt x="454623" y="47493"/>
                      <a:pt x="228468" y="6187"/>
                      <a:pt x="0" y="0"/>
                    </a:cubicBezTo>
                    <a:close/>
                  </a:path>
                </a:pathLst>
              </a:custGeom>
              <a:solidFill>
                <a:srgbClr val="E8E8E8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59" name="Freeform 191">
                <a:extLst>
                  <a:ext uri="{FF2B5EF4-FFF2-40B4-BE49-F238E27FC236}">
                    <a16:creationId xmlns:a16="http://schemas.microsoft.com/office/drawing/2014/main" id="{2323EFCD-EB71-625F-8206-2994CD5F2836}"/>
                  </a:ext>
                </a:extLst>
              </p:cNvPr>
              <p:cNvSpPr/>
              <p:nvPr/>
            </p:nvSpPr>
            <p:spPr>
              <a:xfrm>
                <a:off x="7193893" y="1738037"/>
                <a:ext cx="802122" cy="799333"/>
              </a:xfrm>
              <a:custGeom>
                <a:avLst/>
                <a:gdLst>
                  <a:gd name="connsiteX0" fmla="*/ 316437 w 802122"/>
                  <a:gd name="connsiteY0" fmla="*/ 799334 h 799333"/>
                  <a:gd name="connsiteX1" fmla="*/ 802123 w 802122"/>
                  <a:gd name="connsiteY1" fmla="*/ 518901 h 799333"/>
                  <a:gd name="connsiteX2" fmla="*/ 360049 w 802122"/>
                  <a:gd name="connsiteY2" fmla="*/ 0 h 799333"/>
                  <a:gd name="connsiteX3" fmla="*/ 0 w 802122"/>
                  <a:gd name="connsiteY3" fmla="*/ 429269 h 799333"/>
                  <a:gd name="connsiteX4" fmla="*/ 316437 w 802122"/>
                  <a:gd name="connsiteY4" fmla="*/ 799334 h 799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02122" h="799333">
                    <a:moveTo>
                      <a:pt x="316437" y="799334"/>
                    </a:moveTo>
                    <a:lnTo>
                      <a:pt x="802123" y="518901"/>
                    </a:lnTo>
                    <a:cubicBezTo>
                      <a:pt x="682100" y="324394"/>
                      <a:pt x="533016" y="149401"/>
                      <a:pt x="360049" y="0"/>
                    </a:cubicBezTo>
                    <a:lnTo>
                      <a:pt x="0" y="429269"/>
                    </a:lnTo>
                    <a:cubicBezTo>
                      <a:pt x="122870" y="536623"/>
                      <a:pt x="229466" y="661284"/>
                      <a:pt x="316437" y="799334"/>
                    </a:cubicBezTo>
                    <a:close/>
                  </a:path>
                </a:pathLst>
              </a:custGeom>
              <a:solidFill>
                <a:srgbClr val="E8E8E8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60" name="Freeform 192">
                <a:extLst>
                  <a:ext uri="{FF2B5EF4-FFF2-40B4-BE49-F238E27FC236}">
                    <a16:creationId xmlns:a16="http://schemas.microsoft.com/office/drawing/2014/main" id="{6CE221F8-F88C-C81C-289B-DB70F5A204C0}"/>
                  </a:ext>
                </a:extLst>
              </p:cNvPr>
              <p:cNvSpPr/>
              <p:nvPr/>
            </p:nvSpPr>
            <p:spPr>
              <a:xfrm>
                <a:off x="7573719" y="3749365"/>
                <a:ext cx="714012" cy="739621"/>
              </a:xfrm>
              <a:custGeom>
                <a:avLst/>
                <a:gdLst>
                  <a:gd name="connsiteX0" fmla="*/ 0 w 714012"/>
                  <a:gd name="connsiteY0" fmla="*/ 459189 h 739621"/>
                  <a:gd name="connsiteX1" fmla="*/ 485812 w 714012"/>
                  <a:gd name="connsiteY1" fmla="*/ 739621 h 739621"/>
                  <a:gd name="connsiteX2" fmla="*/ 714012 w 714012"/>
                  <a:gd name="connsiteY2" fmla="*/ 97365 h 739621"/>
                  <a:gd name="connsiteX3" fmla="*/ 162149 w 714012"/>
                  <a:gd name="connsiteY3" fmla="*/ 0 h 739621"/>
                  <a:gd name="connsiteX4" fmla="*/ 0 w 714012"/>
                  <a:gd name="connsiteY4" fmla="*/ 459189 h 739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4012" h="739621">
                    <a:moveTo>
                      <a:pt x="0" y="459189"/>
                    </a:moveTo>
                    <a:lnTo>
                      <a:pt x="485812" y="739621"/>
                    </a:lnTo>
                    <a:cubicBezTo>
                      <a:pt x="594507" y="538568"/>
                      <a:pt x="671481" y="321927"/>
                      <a:pt x="714012" y="97365"/>
                    </a:cubicBezTo>
                    <a:lnTo>
                      <a:pt x="162149" y="0"/>
                    </a:lnTo>
                    <a:cubicBezTo>
                      <a:pt x="130996" y="160210"/>
                      <a:pt x="76358" y="314942"/>
                      <a:pt x="0" y="459189"/>
                    </a:cubicBezTo>
                    <a:close/>
                  </a:path>
                </a:pathLst>
              </a:custGeom>
              <a:solidFill>
                <a:srgbClr val="F5F5F5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61" name="Freeform 193">
                <a:extLst>
                  <a:ext uri="{FF2B5EF4-FFF2-40B4-BE49-F238E27FC236}">
                    <a16:creationId xmlns:a16="http://schemas.microsoft.com/office/drawing/2014/main" id="{8F59416C-7B1F-0AF5-8606-CE3EF3CEDC0F}"/>
                  </a:ext>
                </a:extLst>
              </p:cNvPr>
              <p:cNvSpPr/>
              <p:nvPr/>
            </p:nvSpPr>
            <p:spPr>
              <a:xfrm>
                <a:off x="6958087" y="4318344"/>
                <a:ext cx="1037422" cy="1027279"/>
              </a:xfrm>
              <a:custGeom>
                <a:avLst/>
                <a:gdLst>
                  <a:gd name="connsiteX0" fmla="*/ 552371 w 1037422"/>
                  <a:gd name="connsiteY0" fmla="*/ 0 h 1027279"/>
                  <a:gd name="connsiteX1" fmla="*/ 0 w 1037422"/>
                  <a:gd name="connsiteY1" fmla="*/ 541975 h 1027279"/>
                  <a:gd name="connsiteX2" fmla="*/ 280179 w 1037422"/>
                  <a:gd name="connsiteY2" fmla="*/ 1027280 h 1027279"/>
                  <a:gd name="connsiteX3" fmla="*/ 1037422 w 1037422"/>
                  <a:gd name="connsiteY3" fmla="*/ 280305 h 10272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7422" h="1027279">
                    <a:moveTo>
                      <a:pt x="552371" y="0"/>
                    </a:moveTo>
                    <a:cubicBezTo>
                      <a:pt x="412841" y="221109"/>
                      <a:pt x="223720" y="406671"/>
                      <a:pt x="0" y="541975"/>
                    </a:cubicBezTo>
                    <a:lnTo>
                      <a:pt x="280179" y="1027280"/>
                    </a:lnTo>
                    <a:cubicBezTo>
                      <a:pt x="588811" y="842575"/>
                      <a:pt x="848521" y="586387"/>
                      <a:pt x="1037422" y="280305"/>
                    </a:cubicBezTo>
                    <a:close/>
                  </a:path>
                </a:pathLst>
              </a:custGeom>
              <a:solidFill>
                <a:srgbClr val="E8E8E8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62" name="Freeform 194">
                <a:extLst>
                  <a:ext uri="{FF2B5EF4-FFF2-40B4-BE49-F238E27FC236}">
                    <a16:creationId xmlns:a16="http://schemas.microsoft.com/office/drawing/2014/main" id="{623E69DE-A836-1974-3A2E-B71D8D15344A}"/>
                  </a:ext>
                </a:extLst>
              </p:cNvPr>
              <p:cNvSpPr/>
              <p:nvPr/>
            </p:nvSpPr>
            <p:spPr>
              <a:xfrm>
                <a:off x="4041311" y="1604033"/>
                <a:ext cx="543749" cy="613604"/>
              </a:xfrm>
              <a:custGeom>
                <a:avLst/>
                <a:gdLst>
                  <a:gd name="connsiteX0" fmla="*/ 543750 w 543749"/>
                  <a:gd name="connsiteY0" fmla="*/ 73911 h 613604"/>
                  <a:gd name="connsiteX1" fmla="*/ 481755 w 543749"/>
                  <a:gd name="connsiteY1" fmla="*/ 0 h 613604"/>
                  <a:gd name="connsiteX2" fmla="*/ 0 w 543749"/>
                  <a:gd name="connsiteY2" fmla="*/ 565302 h 613604"/>
                  <a:gd name="connsiteX3" fmla="*/ 83673 w 543749"/>
                  <a:gd name="connsiteY3" fmla="*/ 613604 h 613604"/>
                  <a:gd name="connsiteX4" fmla="*/ 543750 w 543749"/>
                  <a:gd name="connsiteY4" fmla="*/ 73911 h 613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3749" h="613604">
                    <a:moveTo>
                      <a:pt x="543750" y="73911"/>
                    </a:moveTo>
                    <a:lnTo>
                      <a:pt x="481755" y="0"/>
                    </a:lnTo>
                    <a:cubicBezTo>
                      <a:pt x="293078" y="162561"/>
                      <a:pt x="130585" y="353234"/>
                      <a:pt x="0" y="565302"/>
                    </a:cubicBezTo>
                    <a:lnTo>
                      <a:pt x="83673" y="613604"/>
                    </a:lnTo>
                    <a:cubicBezTo>
                      <a:pt x="208486" y="411205"/>
                      <a:pt x="363655" y="229184"/>
                      <a:pt x="543750" y="73911"/>
                    </a:cubicBezTo>
                    <a:close/>
                  </a:path>
                </a:pathLst>
              </a:custGeom>
              <a:solidFill>
                <a:srgbClr val="B455AA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63" name="Freeform 195">
                <a:extLst>
                  <a:ext uri="{FF2B5EF4-FFF2-40B4-BE49-F238E27FC236}">
                    <a16:creationId xmlns:a16="http://schemas.microsoft.com/office/drawing/2014/main" id="{1E4B3BB6-2684-96F4-738B-737955EF95D2}"/>
                  </a:ext>
                </a:extLst>
              </p:cNvPr>
              <p:cNvSpPr/>
              <p:nvPr/>
            </p:nvSpPr>
            <p:spPr>
              <a:xfrm>
                <a:off x="5301102" y="1020855"/>
                <a:ext cx="730239" cy="224143"/>
              </a:xfrm>
              <a:custGeom>
                <a:avLst/>
                <a:gdLst>
                  <a:gd name="connsiteX0" fmla="*/ 32962 w 730239"/>
                  <a:gd name="connsiteY0" fmla="*/ 224143 h 224143"/>
                  <a:gd name="connsiteX1" fmla="*/ 730240 w 730239"/>
                  <a:gd name="connsiteY1" fmla="*/ 96605 h 224143"/>
                  <a:gd name="connsiteX2" fmla="*/ 730240 w 730239"/>
                  <a:gd name="connsiteY2" fmla="*/ 0 h 224143"/>
                  <a:gd name="connsiteX3" fmla="*/ 0 w 730239"/>
                  <a:gd name="connsiteY3" fmla="*/ 133370 h 2241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0239" h="224143">
                    <a:moveTo>
                      <a:pt x="32962" y="224143"/>
                    </a:moveTo>
                    <a:cubicBezTo>
                      <a:pt x="257405" y="145870"/>
                      <a:pt x="492622" y="102847"/>
                      <a:pt x="730240" y="96605"/>
                    </a:cubicBezTo>
                    <a:lnTo>
                      <a:pt x="730240" y="0"/>
                    </a:lnTo>
                    <a:cubicBezTo>
                      <a:pt x="481384" y="6331"/>
                      <a:pt x="235027" y="51325"/>
                      <a:pt x="0" y="133370"/>
                    </a:cubicBezTo>
                    <a:close/>
                  </a:path>
                </a:pathLst>
              </a:custGeom>
              <a:solidFill>
                <a:srgbClr val="B455AA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64" name="Freeform 196">
                <a:extLst>
                  <a:ext uri="{FF2B5EF4-FFF2-40B4-BE49-F238E27FC236}">
                    <a16:creationId xmlns:a16="http://schemas.microsoft.com/office/drawing/2014/main" id="{61F49971-5587-6EE8-57FB-5E196C67216E}"/>
                  </a:ext>
                </a:extLst>
              </p:cNvPr>
              <p:cNvSpPr/>
              <p:nvPr/>
            </p:nvSpPr>
            <p:spPr>
              <a:xfrm>
                <a:off x="4571623" y="1176031"/>
                <a:ext cx="702855" cy="461090"/>
              </a:xfrm>
              <a:custGeom>
                <a:avLst/>
                <a:gdLst>
                  <a:gd name="connsiteX0" fmla="*/ 0 w 702855"/>
                  <a:gd name="connsiteY0" fmla="*/ 387179 h 461090"/>
                  <a:gd name="connsiteX1" fmla="*/ 61994 w 702855"/>
                  <a:gd name="connsiteY1" fmla="*/ 461091 h 461090"/>
                  <a:gd name="connsiteX2" fmla="*/ 702856 w 702855"/>
                  <a:gd name="connsiteY2" fmla="*/ 90646 h 461090"/>
                  <a:gd name="connsiteX3" fmla="*/ 669894 w 702855"/>
                  <a:gd name="connsiteY3" fmla="*/ 0 h 461090"/>
                  <a:gd name="connsiteX4" fmla="*/ 0 w 702855"/>
                  <a:gd name="connsiteY4" fmla="*/ 387179 h 4610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02855" h="461090">
                    <a:moveTo>
                      <a:pt x="0" y="387179"/>
                    </a:moveTo>
                    <a:lnTo>
                      <a:pt x="61994" y="461091"/>
                    </a:lnTo>
                    <a:cubicBezTo>
                      <a:pt x="254305" y="303952"/>
                      <a:pt x="470705" y="178864"/>
                      <a:pt x="702856" y="90646"/>
                    </a:cubicBezTo>
                    <a:lnTo>
                      <a:pt x="669894" y="0"/>
                    </a:lnTo>
                    <a:cubicBezTo>
                      <a:pt x="427144" y="92020"/>
                      <a:pt x="200913" y="222775"/>
                      <a:pt x="0" y="387179"/>
                    </a:cubicBezTo>
                    <a:close/>
                  </a:path>
                </a:pathLst>
              </a:custGeom>
              <a:solidFill>
                <a:srgbClr val="B455AA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65" name="Freeform 197">
                <a:extLst>
                  <a:ext uri="{FF2B5EF4-FFF2-40B4-BE49-F238E27FC236}">
                    <a16:creationId xmlns:a16="http://schemas.microsoft.com/office/drawing/2014/main" id="{86E6656D-3710-1C44-998D-3E24E064CAC4}"/>
                  </a:ext>
                </a:extLst>
              </p:cNvPr>
              <p:cNvSpPr/>
              <p:nvPr/>
            </p:nvSpPr>
            <p:spPr>
              <a:xfrm>
                <a:off x="3729058" y="3860042"/>
                <a:ext cx="332791" cy="716547"/>
              </a:xfrm>
              <a:custGeom>
                <a:avLst/>
                <a:gdLst>
                  <a:gd name="connsiteX0" fmla="*/ 332792 w 332791"/>
                  <a:gd name="connsiteY0" fmla="*/ 668372 h 716547"/>
                  <a:gd name="connsiteX1" fmla="*/ 94957 w 332791"/>
                  <a:gd name="connsiteY1" fmla="*/ 0 h 716547"/>
                  <a:gd name="connsiteX2" fmla="*/ 0 w 332791"/>
                  <a:gd name="connsiteY2" fmla="*/ 16735 h 716547"/>
                  <a:gd name="connsiteX3" fmla="*/ 249752 w 332791"/>
                  <a:gd name="connsiteY3" fmla="*/ 716548 h 716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2791" h="716547">
                    <a:moveTo>
                      <a:pt x="332792" y="668372"/>
                    </a:moveTo>
                    <a:cubicBezTo>
                      <a:pt x="219428" y="459221"/>
                      <a:pt x="139195" y="233749"/>
                      <a:pt x="94957" y="0"/>
                    </a:cubicBezTo>
                    <a:lnTo>
                      <a:pt x="0" y="16735"/>
                    </a:lnTo>
                    <a:cubicBezTo>
                      <a:pt x="46260" y="261599"/>
                      <a:pt x="130529" y="497723"/>
                      <a:pt x="249752" y="716548"/>
                    </a:cubicBezTo>
                    <a:close/>
                  </a:path>
                </a:pathLst>
              </a:custGeom>
              <a:solidFill>
                <a:srgbClr val="A100FF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66" name="Freeform 198">
                <a:extLst>
                  <a:ext uri="{FF2B5EF4-FFF2-40B4-BE49-F238E27FC236}">
                    <a16:creationId xmlns:a16="http://schemas.microsoft.com/office/drawing/2014/main" id="{F052A848-4A7D-627F-D5CA-2B4A99693BDA}"/>
                  </a:ext>
                </a:extLst>
              </p:cNvPr>
              <p:cNvSpPr/>
              <p:nvPr/>
            </p:nvSpPr>
            <p:spPr>
              <a:xfrm>
                <a:off x="3687136" y="3040931"/>
                <a:ext cx="125975" cy="773344"/>
              </a:xfrm>
              <a:custGeom>
                <a:avLst/>
                <a:gdLst>
                  <a:gd name="connsiteX0" fmla="*/ 96436 w 125975"/>
                  <a:gd name="connsiteY0" fmla="*/ 386926 h 773344"/>
                  <a:gd name="connsiteX1" fmla="*/ 125975 w 125975"/>
                  <a:gd name="connsiteY1" fmla="*/ 16735 h 773344"/>
                  <a:gd name="connsiteX2" fmla="*/ 30892 w 125975"/>
                  <a:gd name="connsiteY2" fmla="*/ 0 h 773344"/>
                  <a:gd name="connsiteX3" fmla="*/ 30892 w 125975"/>
                  <a:gd name="connsiteY3" fmla="*/ 773344 h 773344"/>
                  <a:gd name="connsiteX4" fmla="*/ 125975 w 125975"/>
                  <a:gd name="connsiteY4" fmla="*/ 756483 h 773344"/>
                  <a:gd name="connsiteX5" fmla="*/ 96436 w 125975"/>
                  <a:gd name="connsiteY5" fmla="*/ 386926 h 773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5975" h="773344">
                    <a:moveTo>
                      <a:pt x="96436" y="386926"/>
                    </a:moveTo>
                    <a:cubicBezTo>
                      <a:pt x="96413" y="262939"/>
                      <a:pt x="106291" y="139149"/>
                      <a:pt x="125975" y="16735"/>
                    </a:cubicBezTo>
                    <a:lnTo>
                      <a:pt x="30892" y="0"/>
                    </a:lnTo>
                    <a:cubicBezTo>
                      <a:pt x="-10297" y="256136"/>
                      <a:pt x="-10297" y="517208"/>
                      <a:pt x="30892" y="773344"/>
                    </a:cubicBezTo>
                    <a:lnTo>
                      <a:pt x="125975" y="756483"/>
                    </a:lnTo>
                    <a:cubicBezTo>
                      <a:pt x="106313" y="634279"/>
                      <a:pt x="96435" y="510701"/>
                      <a:pt x="96436" y="386926"/>
                    </a:cubicBezTo>
                    <a:close/>
                  </a:path>
                </a:pathLst>
              </a:custGeom>
              <a:solidFill>
                <a:srgbClr val="A100FF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67" name="Freeform 199">
                <a:extLst>
                  <a:ext uri="{FF2B5EF4-FFF2-40B4-BE49-F238E27FC236}">
                    <a16:creationId xmlns:a16="http://schemas.microsoft.com/office/drawing/2014/main" id="{E299C0D9-B512-7648-FD9D-40B5E0345970}"/>
                  </a:ext>
                </a:extLst>
              </p:cNvPr>
              <p:cNvSpPr/>
              <p:nvPr/>
            </p:nvSpPr>
            <p:spPr>
              <a:xfrm>
                <a:off x="3729058" y="2278997"/>
                <a:ext cx="332791" cy="716294"/>
              </a:xfrm>
              <a:custGeom>
                <a:avLst/>
                <a:gdLst>
                  <a:gd name="connsiteX0" fmla="*/ 94957 w 332791"/>
                  <a:gd name="connsiteY0" fmla="*/ 716294 h 716294"/>
                  <a:gd name="connsiteX1" fmla="*/ 332792 w 332791"/>
                  <a:gd name="connsiteY1" fmla="*/ 48302 h 716294"/>
                  <a:gd name="connsiteX2" fmla="*/ 249752 w 332791"/>
                  <a:gd name="connsiteY2" fmla="*/ 0 h 716294"/>
                  <a:gd name="connsiteX3" fmla="*/ 0 w 332791"/>
                  <a:gd name="connsiteY3" fmla="*/ 699433 h 716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2791" h="716294">
                    <a:moveTo>
                      <a:pt x="94957" y="716294"/>
                    </a:moveTo>
                    <a:cubicBezTo>
                      <a:pt x="139192" y="482665"/>
                      <a:pt x="219425" y="257318"/>
                      <a:pt x="332792" y="48302"/>
                    </a:cubicBezTo>
                    <a:lnTo>
                      <a:pt x="249752" y="0"/>
                    </a:lnTo>
                    <a:cubicBezTo>
                      <a:pt x="130566" y="218707"/>
                      <a:pt x="46299" y="454700"/>
                      <a:pt x="0" y="699433"/>
                    </a:cubicBezTo>
                    <a:close/>
                  </a:path>
                </a:pathLst>
              </a:custGeom>
              <a:solidFill>
                <a:srgbClr val="A100FF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68" name="Freeform 200">
                <a:extLst>
                  <a:ext uri="{FF2B5EF4-FFF2-40B4-BE49-F238E27FC236}">
                    <a16:creationId xmlns:a16="http://schemas.microsoft.com/office/drawing/2014/main" id="{2533BBD3-039E-C7D7-95E6-0C4B10BED381}"/>
                  </a:ext>
                </a:extLst>
              </p:cNvPr>
              <p:cNvSpPr/>
              <p:nvPr/>
            </p:nvSpPr>
            <p:spPr>
              <a:xfrm>
                <a:off x="4041819" y="4638077"/>
                <a:ext cx="543749" cy="613604"/>
              </a:xfrm>
              <a:custGeom>
                <a:avLst/>
                <a:gdLst>
                  <a:gd name="connsiteX0" fmla="*/ 83673 w 543749"/>
                  <a:gd name="connsiteY0" fmla="*/ 0 h 613604"/>
                  <a:gd name="connsiteX1" fmla="*/ 0 w 543749"/>
                  <a:gd name="connsiteY1" fmla="*/ 48176 h 613604"/>
                  <a:gd name="connsiteX2" fmla="*/ 481755 w 543749"/>
                  <a:gd name="connsiteY2" fmla="*/ 613605 h 613604"/>
                  <a:gd name="connsiteX3" fmla="*/ 543750 w 543749"/>
                  <a:gd name="connsiteY3" fmla="*/ 539693 h 613604"/>
                  <a:gd name="connsiteX4" fmla="*/ 83673 w 543749"/>
                  <a:gd name="connsiteY4" fmla="*/ 0 h 613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3749" h="613604">
                    <a:moveTo>
                      <a:pt x="83673" y="0"/>
                    </a:moveTo>
                    <a:lnTo>
                      <a:pt x="0" y="48176"/>
                    </a:lnTo>
                    <a:cubicBezTo>
                      <a:pt x="130548" y="260308"/>
                      <a:pt x="293045" y="451028"/>
                      <a:pt x="481755" y="613605"/>
                    </a:cubicBezTo>
                    <a:lnTo>
                      <a:pt x="543750" y="539693"/>
                    </a:lnTo>
                    <a:cubicBezTo>
                      <a:pt x="363685" y="384391"/>
                      <a:pt x="208520" y="202374"/>
                      <a:pt x="83673" y="0"/>
                    </a:cubicBezTo>
                    <a:close/>
                  </a:path>
                </a:pathLst>
              </a:custGeom>
              <a:solidFill>
                <a:srgbClr val="7500C1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69" name="Freeform 201">
                <a:extLst>
                  <a:ext uri="{FF2B5EF4-FFF2-40B4-BE49-F238E27FC236}">
                    <a16:creationId xmlns:a16="http://schemas.microsoft.com/office/drawing/2014/main" id="{0690B150-6397-AE1F-EE9E-36977648243A}"/>
                  </a:ext>
                </a:extLst>
              </p:cNvPr>
              <p:cNvSpPr/>
              <p:nvPr/>
            </p:nvSpPr>
            <p:spPr>
              <a:xfrm>
                <a:off x="5301102" y="5610716"/>
                <a:ext cx="730366" cy="224016"/>
              </a:xfrm>
              <a:custGeom>
                <a:avLst/>
                <a:gdLst>
                  <a:gd name="connsiteX0" fmla="*/ 0 w 730366"/>
                  <a:gd name="connsiteY0" fmla="*/ 90646 h 224016"/>
                  <a:gd name="connsiteX1" fmla="*/ 730367 w 730366"/>
                  <a:gd name="connsiteY1" fmla="*/ 224016 h 224016"/>
                  <a:gd name="connsiteX2" fmla="*/ 730367 w 730366"/>
                  <a:gd name="connsiteY2" fmla="*/ 127538 h 224016"/>
                  <a:gd name="connsiteX3" fmla="*/ 33089 w 730366"/>
                  <a:gd name="connsiteY3" fmla="*/ 0 h 224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0366" h="224016">
                    <a:moveTo>
                      <a:pt x="0" y="90646"/>
                    </a:moveTo>
                    <a:cubicBezTo>
                      <a:pt x="235052" y="172764"/>
                      <a:pt x="481462" y="217760"/>
                      <a:pt x="730367" y="224016"/>
                    </a:cubicBezTo>
                    <a:lnTo>
                      <a:pt x="730367" y="127538"/>
                    </a:lnTo>
                    <a:cubicBezTo>
                      <a:pt x="492755" y="121235"/>
                      <a:pt x="257548" y="78214"/>
                      <a:pt x="33089" y="0"/>
                    </a:cubicBezTo>
                    <a:close/>
                  </a:path>
                </a:pathLst>
              </a:custGeom>
              <a:solidFill>
                <a:srgbClr val="7500C1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0" name="Freeform 202">
                <a:extLst>
                  <a:ext uri="{FF2B5EF4-FFF2-40B4-BE49-F238E27FC236}">
                    <a16:creationId xmlns:a16="http://schemas.microsoft.com/office/drawing/2014/main" id="{B4343BD6-0586-84C8-9EE5-E6F5B229CEA9}"/>
                  </a:ext>
                </a:extLst>
              </p:cNvPr>
              <p:cNvSpPr/>
              <p:nvPr/>
            </p:nvSpPr>
            <p:spPr>
              <a:xfrm>
                <a:off x="4571623" y="5218592"/>
                <a:ext cx="702855" cy="461217"/>
              </a:xfrm>
              <a:custGeom>
                <a:avLst/>
                <a:gdLst>
                  <a:gd name="connsiteX0" fmla="*/ 702856 w 702855"/>
                  <a:gd name="connsiteY0" fmla="*/ 370318 h 461217"/>
                  <a:gd name="connsiteX1" fmla="*/ 61994 w 702855"/>
                  <a:gd name="connsiteY1" fmla="*/ 0 h 461217"/>
                  <a:gd name="connsiteX2" fmla="*/ 0 w 702855"/>
                  <a:gd name="connsiteY2" fmla="*/ 74038 h 461217"/>
                  <a:gd name="connsiteX3" fmla="*/ 669894 w 702855"/>
                  <a:gd name="connsiteY3" fmla="*/ 461217 h 46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02855" h="461217">
                    <a:moveTo>
                      <a:pt x="702856" y="370318"/>
                    </a:moveTo>
                    <a:cubicBezTo>
                      <a:pt x="470711" y="282145"/>
                      <a:pt x="254310" y="157099"/>
                      <a:pt x="61994" y="0"/>
                    </a:cubicBezTo>
                    <a:lnTo>
                      <a:pt x="0" y="74038"/>
                    </a:lnTo>
                    <a:cubicBezTo>
                      <a:pt x="200945" y="238397"/>
                      <a:pt x="427168" y="369147"/>
                      <a:pt x="669894" y="461217"/>
                    </a:cubicBezTo>
                    <a:close/>
                  </a:path>
                </a:pathLst>
              </a:custGeom>
              <a:solidFill>
                <a:srgbClr val="7500C1"/>
              </a:solidFill>
              <a:ln w="126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1" name="Freeform 203">
                <a:extLst>
                  <a:ext uri="{FF2B5EF4-FFF2-40B4-BE49-F238E27FC236}">
                    <a16:creationId xmlns:a16="http://schemas.microsoft.com/office/drawing/2014/main" id="{5DECAE28-9FE2-FCA0-72E0-C185E5267158}"/>
                  </a:ext>
                </a:extLst>
              </p:cNvPr>
              <p:cNvSpPr/>
              <p:nvPr/>
            </p:nvSpPr>
            <p:spPr>
              <a:xfrm>
                <a:off x="7849968" y="3380315"/>
                <a:ext cx="95083" cy="95083"/>
              </a:xfrm>
              <a:custGeom>
                <a:avLst/>
                <a:gdLst>
                  <a:gd name="connsiteX0" fmla="*/ 95083 w 95083"/>
                  <a:gd name="connsiteY0" fmla="*/ 47542 h 95083"/>
                  <a:gd name="connsiteX1" fmla="*/ 47542 w 95083"/>
                  <a:gd name="connsiteY1" fmla="*/ 95083 h 95083"/>
                  <a:gd name="connsiteX2" fmla="*/ 0 w 95083"/>
                  <a:gd name="connsiteY2" fmla="*/ 47542 h 95083"/>
                  <a:gd name="connsiteX3" fmla="*/ 47542 w 95083"/>
                  <a:gd name="connsiteY3" fmla="*/ 0 h 95083"/>
                  <a:gd name="connsiteX4" fmla="*/ 95083 w 95083"/>
                  <a:gd name="connsiteY4" fmla="*/ 47542 h 95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083" h="95083">
                    <a:moveTo>
                      <a:pt x="95083" y="47542"/>
                    </a:moveTo>
                    <a:cubicBezTo>
                      <a:pt x="95083" y="73798"/>
                      <a:pt x="73798" y="95083"/>
                      <a:pt x="47542" y="95083"/>
                    </a:cubicBezTo>
                    <a:cubicBezTo>
                      <a:pt x="21285" y="95083"/>
                      <a:pt x="0" y="73798"/>
                      <a:pt x="0" y="47542"/>
                    </a:cubicBezTo>
                    <a:cubicBezTo>
                      <a:pt x="0" y="21285"/>
                      <a:pt x="21285" y="0"/>
                      <a:pt x="47542" y="0"/>
                    </a:cubicBezTo>
                    <a:cubicBezTo>
                      <a:pt x="73798" y="0"/>
                      <a:pt x="95083" y="21285"/>
                      <a:pt x="95083" y="47542"/>
                    </a:cubicBezTo>
                    <a:close/>
                  </a:path>
                </a:pathLst>
              </a:custGeom>
              <a:solidFill>
                <a:srgbClr val="595959"/>
              </a:solidFill>
              <a:ln w="12668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2" name="Freeform 204">
                <a:extLst>
                  <a:ext uri="{FF2B5EF4-FFF2-40B4-BE49-F238E27FC236}">
                    <a16:creationId xmlns:a16="http://schemas.microsoft.com/office/drawing/2014/main" id="{7E122CA4-64D2-ED41-B5E1-CB974AE6F4B1}"/>
                  </a:ext>
                </a:extLst>
              </p:cNvPr>
              <p:cNvSpPr/>
              <p:nvPr/>
            </p:nvSpPr>
            <p:spPr>
              <a:xfrm>
                <a:off x="4244536" y="3380315"/>
                <a:ext cx="95083" cy="95083"/>
              </a:xfrm>
              <a:custGeom>
                <a:avLst/>
                <a:gdLst>
                  <a:gd name="connsiteX0" fmla="*/ 95083 w 95083"/>
                  <a:gd name="connsiteY0" fmla="*/ 47542 h 95083"/>
                  <a:gd name="connsiteX1" fmla="*/ 47542 w 95083"/>
                  <a:gd name="connsiteY1" fmla="*/ 95083 h 95083"/>
                  <a:gd name="connsiteX2" fmla="*/ 0 w 95083"/>
                  <a:gd name="connsiteY2" fmla="*/ 47542 h 95083"/>
                  <a:gd name="connsiteX3" fmla="*/ 47542 w 95083"/>
                  <a:gd name="connsiteY3" fmla="*/ 0 h 95083"/>
                  <a:gd name="connsiteX4" fmla="*/ 95083 w 95083"/>
                  <a:gd name="connsiteY4" fmla="*/ 47542 h 95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083" h="95083">
                    <a:moveTo>
                      <a:pt x="95083" y="47542"/>
                    </a:moveTo>
                    <a:cubicBezTo>
                      <a:pt x="95083" y="73798"/>
                      <a:pt x="73798" y="95083"/>
                      <a:pt x="47542" y="95083"/>
                    </a:cubicBezTo>
                    <a:cubicBezTo>
                      <a:pt x="21285" y="95083"/>
                      <a:pt x="0" y="73798"/>
                      <a:pt x="0" y="47542"/>
                    </a:cubicBezTo>
                    <a:cubicBezTo>
                      <a:pt x="0" y="21285"/>
                      <a:pt x="21285" y="0"/>
                      <a:pt x="47542" y="0"/>
                    </a:cubicBezTo>
                    <a:cubicBezTo>
                      <a:pt x="73798" y="0"/>
                      <a:pt x="95083" y="21285"/>
                      <a:pt x="95083" y="47542"/>
                    </a:cubicBezTo>
                    <a:close/>
                  </a:path>
                </a:pathLst>
              </a:custGeom>
              <a:solidFill>
                <a:srgbClr val="A100FF"/>
              </a:solidFill>
              <a:ln w="12668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3" name="Freeform 205">
                <a:extLst>
                  <a:ext uri="{FF2B5EF4-FFF2-40B4-BE49-F238E27FC236}">
                    <a16:creationId xmlns:a16="http://schemas.microsoft.com/office/drawing/2014/main" id="{2E3B78B9-82B1-B634-4ADD-41C84885A385}"/>
                  </a:ext>
                </a:extLst>
              </p:cNvPr>
              <p:cNvSpPr/>
              <p:nvPr/>
            </p:nvSpPr>
            <p:spPr>
              <a:xfrm>
                <a:off x="6513857" y="5121607"/>
                <a:ext cx="95083" cy="95083"/>
              </a:xfrm>
              <a:custGeom>
                <a:avLst/>
                <a:gdLst>
                  <a:gd name="connsiteX0" fmla="*/ 95083 w 95083"/>
                  <a:gd name="connsiteY0" fmla="*/ 47542 h 95083"/>
                  <a:gd name="connsiteX1" fmla="*/ 47542 w 95083"/>
                  <a:gd name="connsiteY1" fmla="*/ 95083 h 95083"/>
                  <a:gd name="connsiteX2" fmla="*/ 0 w 95083"/>
                  <a:gd name="connsiteY2" fmla="*/ 47542 h 95083"/>
                  <a:gd name="connsiteX3" fmla="*/ 47542 w 95083"/>
                  <a:gd name="connsiteY3" fmla="*/ 0 h 95083"/>
                  <a:gd name="connsiteX4" fmla="*/ 95083 w 95083"/>
                  <a:gd name="connsiteY4" fmla="*/ 47542 h 95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083" h="95083">
                    <a:moveTo>
                      <a:pt x="95083" y="47542"/>
                    </a:moveTo>
                    <a:cubicBezTo>
                      <a:pt x="95083" y="73798"/>
                      <a:pt x="73798" y="95083"/>
                      <a:pt x="47542" y="95083"/>
                    </a:cubicBezTo>
                    <a:cubicBezTo>
                      <a:pt x="21285" y="95083"/>
                      <a:pt x="0" y="73798"/>
                      <a:pt x="0" y="47542"/>
                    </a:cubicBezTo>
                    <a:cubicBezTo>
                      <a:pt x="0" y="21285"/>
                      <a:pt x="21285" y="0"/>
                      <a:pt x="47542" y="0"/>
                    </a:cubicBezTo>
                    <a:cubicBezTo>
                      <a:pt x="73798" y="0"/>
                      <a:pt x="95083" y="21285"/>
                      <a:pt x="95083" y="47542"/>
                    </a:cubicBezTo>
                    <a:close/>
                  </a:path>
                </a:pathLst>
              </a:custGeom>
              <a:solidFill>
                <a:srgbClr val="460073"/>
              </a:solidFill>
              <a:ln w="12668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4" name="Freeform 206">
                <a:extLst>
                  <a:ext uri="{FF2B5EF4-FFF2-40B4-BE49-F238E27FC236}">
                    <a16:creationId xmlns:a16="http://schemas.microsoft.com/office/drawing/2014/main" id="{72D22DDD-9DE1-51C8-5DCD-8C8F4E5B8D41}"/>
                  </a:ext>
                </a:extLst>
              </p:cNvPr>
              <p:cNvSpPr/>
              <p:nvPr/>
            </p:nvSpPr>
            <p:spPr>
              <a:xfrm>
                <a:off x="7321939" y="4654939"/>
                <a:ext cx="95083" cy="95083"/>
              </a:xfrm>
              <a:custGeom>
                <a:avLst/>
                <a:gdLst>
                  <a:gd name="connsiteX0" fmla="*/ 95083 w 95083"/>
                  <a:gd name="connsiteY0" fmla="*/ 47542 h 95083"/>
                  <a:gd name="connsiteX1" fmla="*/ 47542 w 95083"/>
                  <a:gd name="connsiteY1" fmla="*/ 95083 h 95083"/>
                  <a:gd name="connsiteX2" fmla="*/ 0 w 95083"/>
                  <a:gd name="connsiteY2" fmla="*/ 47542 h 95083"/>
                  <a:gd name="connsiteX3" fmla="*/ 47542 w 95083"/>
                  <a:gd name="connsiteY3" fmla="*/ 0 h 95083"/>
                  <a:gd name="connsiteX4" fmla="*/ 95083 w 95083"/>
                  <a:gd name="connsiteY4" fmla="*/ 47542 h 95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083" h="95083">
                    <a:moveTo>
                      <a:pt x="95083" y="47542"/>
                    </a:moveTo>
                    <a:cubicBezTo>
                      <a:pt x="95083" y="73798"/>
                      <a:pt x="73798" y="95083"/>
                      <a:pt x="47542" y="95083"/>
                    </a:cubicBezTo>
                    <a:cubicBezTo>
                      <a:pt x="21285" y="95083"/>
                      <a:pt x="0" y="73798"/>
                      <a:pt x="0" y="47542"/>
                    </a:cubicBezTo>
                    <a:cubicBezTo>
                      <a:pt x="0" y="21285"/>
                      <a:pt x="21285" y="0"/>
                      <a:pt x="47542" y="0"/>
                    </a:cubicBezTo>
                    <a:cubicBezTo>
                      <a:pt x="73798" y="0"/>
                      <a:pt x="95083" y="21285"/>
                      <a:pt x="95083" y="47542"/>
                    </a:cubicBezTo>
                    <a:close/>
                  </a:path>
                </a:pathLst>
              </a:custGeom>
              <a:solidFill>
                <a:srgbClr val="460073"/>
              </a:solidFill>
              <a:ln w="12668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5" name="Freeform 207">
                <a:extLst>
                  <a:ext uri="{FF2B5EF4-FFF2-40B4-BE49-F238E27FC236}">
                    <a16:creationId xmlns:a16="http://schemas.microsoft.com/office/drawing/2014/main" id="{D0F0D79A-BB5B-47E8-9CA7-0AB41ECC8D92}"/>
                  </a:ext>
                </a:extLst>
              </p:cNvPr>
              <p:cNvSpPr/>
              <p:nvPr/>
            </p:nvSpPr>
            <p:spPr>
              <a:xfrm>
                <a:off x="7741319" y="2763668"/>
                <a:ext cx="95083" cy="95083"/>
              </a:xfrm>
              <a:custGeom>
                <a:avLst/>
                <a:gdLst>
                  <a:gd name="connsiteX0" fmla="*/ 95083 w 95083"/>
                  <a:gd name="connsiteY0" fmla="*/ 47542 h 95083"/>
                  <a:gd name="connsiteX1" fmla="*/ 47542 w 95083"/>
                  <a:gd name="connsiteY1" fmla="*/ 95083 h 95083"/>
                  <a:gd name="connsiteX2" fmla="*/ 0 w 95083"/>
                  <a:gd name="connsiteY2" fmla="*/ 47542 h 95083"/>
                  <a:gd name="connsiteX3" fmla="*/ 47542 w 95083"/>
                  <a:gd name="connsiteY3" fmla="*/ 0 h 95083"/>
                  <a:gd name="connsiteX4" fmla="*/ 95083 w 95083"/>
                  <a:gd name="connsiteY4" fmla="*/ 47542 h 95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083" h="95083">
                    <a:moveTo>
                      <a:pt x="95083" y="47542"/>
                    </a:moveTo>
                    <a:cubicBezTo>
                      <a:pt x="95083" y="73798"/>
                      <a:pt x="73798" y="95083"/>
                      <a:pt x="47542" y="95083"/>
                    </a:cubicBezTo>
                    <a:cubicBezTo>
                      <a:pt x="21285" y="95083"/>
                      <a:pt x="0" y="73798"/>
                      <a:pt x="0" y="47542"/>
                    </a:cubicBezTo>
                    <a:cubicBezTo>
                      <a:pt x="0" y="21285"/>
                      <a:pt x="21285" y="0"/>
                      <a:pt x="47542" y="0"/>
                    </a:cubicBezTo>
                    <a:cubicBezTo>
                      <a:pt x="73798" y="0"/>
                      <a:pt x="95083" y="21285"/>
                      <a:pt x="95083" y="47542"/>
                    </a:cubicBezTo>
                    <a:close/>
                  </a:path>
                </a:pathLst>
              </a:custGeom>
              <a:solidFill>
                <a:srgbClr val="595959"/>
              </a:solidFill>
              <a:ln w="12668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6" name="Freeform 208">
                <a:extLst>
                  <a:ext uri="{FF2B5EF4-FFF2-40B4-BE49-F238E27FC236}">
                    <a16:creationId xmlns:a16="http://schemas.microsoft.com/office/drawing/2014/main" id="{4171A3AB-8E1F-428E-62C2-9E0540993A9F}"/>
                  </a:ext>
                </a:extLst>
              </p:cNvPr>
              <p:cNvSpPr/>
              <p:nvPr/>
            </p:nvSpPr>
            <p:spPr>
              <a:xfrm>
                <a:off x="4353311" y="3996835"/>
                <a:ext cx="95083" cy="95083"/>
              </a:xfrm>
              <a:custGeom>
                <a:avLst/>
                <a:gdLst>
                  <a:gd name="connsiteX0" fmla="*/ 95083 w 95083"/>
                  <a:gd name="connsiteY0" fmla="*/ 47542 h 95083"/>
                  <a:gd name="connsiteX1" fmla="*/ 47542 w 95083"/>
                  <a:gd name="connsiteY1" fmla="*/ 95083 h 95083"/>
                  <a:gd name="connsiteX2" fmla="*/ 0 w 95083"/>
                  <a:gd name="connsiteY2" fmla="*/ 47542 h 95083"/>
                  <a:gd name="connsiteX3" fmla="*/ 47542 w 95083"/>
                  <a:gd name="connsiteY3" fmla="*/ 0 h 95083"/>
                  <a:gd name="connsiteX4" fmla="*/ 95083 w 95083"/>
                  <a:gd name="connsiteY4" fmla="*/ 47542 h 95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083" h="95083">
                    <a:moveTo>
                      <a:pt x="95083" y="47542"/>
                    </a:moveTo>
                    <a:cubicBezTo>
                      <a:pt x="95083" y="73798"/>
                      <a:pt x="73798" y="95083"/>
                      <a:pt x="47542" y="95083"/>
                    </a:cubicBezTo>
                    <a:cubicBezTo>
                      <a:pt x="21285" y="95083"/>
                      <a:pt x="0" y="73798"/>
                      <a:pt x="0" y="47542"/>
                    </a:cubicBezTo>
                    <a:cubicBezTo>
                      <a:pt x="0" y="21285"/>
                      <a:pt x="21285" y="0"/>
                      <a:pt x="47542" y="0"/>
                    </a:cubicBezTo>
                    <a:cubicBezTo>
                      <a:pt x="73798" y="0"/>
                      <a:pt x="95083" y="21285"/>
                      <a:pt x="95083" y="47542"/>
                    </a:cubicBezTo>
                    <a:close/>
                  </a:path>
                </a:pathLst>
              </a:custGeom>
              <a:solidFill>
                <a:srgbClr val="A100FF"/>
              </a:solidFill>
              <a:ln w="12668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7" name="Freeform 209">
                <a:extLst>
                  <a:ext uri="{FF2B5EF4-FFF2-40B4-BE49-F238E27FC236}">
                    <a16:creationId xmlns:a16="http://schemas.microsoft.com/office/drawing/2014/main" id="{6E74ABA8-E9B1-9364-9A82-DB6F8AE82308}"/>
                  </a:ext>
                </a:extLst>
              </p:cNvPr>
              <p:cNvSpPr/>
              <p:nvPr/>
            </p:nvSpPr>
            <p:spPr>
              <a:xfrm>
                <a:off x="7428178" y="2221567"/>
                <a:ext cx="95083" cy="95083"/>
              </a:xfrm>
              <a:custGeom>
                <a:avLst/>
                <a:gdLst>
                  <a:gd name="connsiteX0" fmla="*/ 95083 w 95083"/>
                  <a:gd name="connsiteY0" fmla="*/ 47542 h 95083"/>
                  <a:gd name="connsiteX1" fmla="*/ 47541 w 95083"/>
                  <a:gd name="connsiteY1" fmla="*/ 95083 h 95083"/>
                  <a:gd name="connsiteX2" fmla="*/ 0 w 95083"/>
                  <a:gd name="connsiteY2" fmla="*/ 47542 h 95083"/>
                  <a:gd name="connsiteX3" fmla="*/ 47541 w 95083"/>
                  <a:gd name="connsiteY3" fmla="*/ 0 h 95083"/>
                  <a:gd name="connsiteX4" fmla="*/ 95083 w 95083"/>
                  <a:gd name="connsiteY4" fmla="*/ 47542 h 95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083" h="95083">
                    <a:moveTo>
                      <a:pt x="95083" y="47542"/>
                    </a:moveTo>
                    <a:cubicBezTo>
                      <a:pt x="95083" y="73798"/>
                      <a:pt x="73798" y="95083"/>
                      <a:pt x="47541" y="95083"/>
                    </a:cubicBezTo>
                    <a:cubicBezTo>
                      <a:pt x="21285" y="95083"/>
                      <a:pt x="0" y="73798"/>
                      <a:pt x="0" y="47542"/>
                    </a:cubicBezTo>
                    <a:cubicBezTo>
                      <a:pt x="0" y="21285"/>
                      <a:pt x="21285" y="0"/>
                      <a:pt x="47541" y="0"/>
                    </a:cubicBezTo>
                    <a:cubicBezTo>
                      <a:pt x="73798" y="0"/>
                      <a:pt x="95083" y="21285"/>
                      <a:pt x="95083" y="47542"/>
                    </a:cubicBezTo>
                    <a:close/>
                  </a:path>
                </a:pathLst>
              </a:custGeom>
              <a:solidFill>
                <a:srgbClr val="A055F5"/>
              </a:solidFill>
              <a:ln w="12668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8" name="Freeform 210">
                <a:extLst>
                  <a:ext uri="{FF2B5EF4-FFF2-40B4-BE49-F238E27FC236}">
                    <a16:creationId xmlns:a16="http://schemas.microsoft.com/office/drawing/2014/main" id="{CE5F3AAB-F2A5-16CE-3C15-DCDE8CB9E68A}"/>
                  </a:ext>
                </a:extLst>
              </p:cNvPr>
              <p:cNvSpPr/>
              <p:nvPr/>
            </p:nvSpPr>
            <p:spPr>
              <a:xfrm>
                <a:off x="4666326" y="4539064"/>
                <a:ext cx="95083" cy="95083"/>
              </a:xfrm>
              <a:custGeom>
                <a:avLst/>
                <a:gdLst>
                  <a:gd name="connsiteX0" fmla="*/ 95083 w 95083"/>
                  <a:gd name="connsiteY0" fmla="*/ 47542 h 95083"/>
                  <a:gd name="connsiteX1" fmla="*/ 47542 w 95083"/>
                  <a:gd name="connsiteY1" fmla="*/ 95083 h 95083"/>
                  <a:gd name="connsiteX2" fmla="*/ 0 w 95083"/>
                  <a:gd name="connsiteY2" fmla="*/ 47542 h 95083"/>
                  <a:gd name="connsiteX3" fmla="*/ 47542 w 95083"/>
                  <a:gd name="connsiteY3" fmla="*/ 0 h 95083"/>
                  <a:gd name="connsiteX4" fmla="*/ 95083 w 95083"/>
                  <a:gd name="connsiteY4" fmla="*/ 47542 h 95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083" h="95083">
                    <a:moveTo>
                      <a:pt x="95083" y="47542"/>
                    </a:moveTo>
                    <a:cubicBezTo>
                      <a:pt x="95083" y="73798"/>
                      <a:pt x="73798" y="95083"/>
                      <a:pt x="47542" y="95083"/>
                    </a:cubicBezTo>
                    <a:cubicBezTo>
                      <a:pt x="21285" y="95083"/>
                      <a:pt x="0" y="73798"/>
                      <a:pt x="0" y="47542"/>
                    </a:cubicBezTo>
                    <a:cubicBezTo>
                      <a:pt x="0" y="21285"/>
                      <a:pt x="21285" y="0"/>
                      <a:pt x="47542" y="0"/>
                    </a:cubicBezTo>
                    <a:cubicBezTo>
                      <a:pt x="73798" y="0"/>
                      <a:pt x="95083" y="21285"/>
                      <a:pt x="95083" y="47542"/>
                    </a:cubicBezTo>
                    <a:close/>
                  </a:path>
                </a:pathLst>
              </a:custGeom>
              <a:solidFill>
                <a:srgbClr val="7500C0"/>
              </a:solidFill>
              <a:ln w="12668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9" name="Freeform 211">
                <a:extLst>
                  <a:ext uri="{FF2B5EF4-FFF2-40B4-BE49-F238E27FC236}">
                    <a16:creationId xmlns:a16="http://schemas.microsoft.com/office/drawing/2014/main" id="{53EB350F-10BA-EE15-13B0-A6E0964A97A5}"/>
                  </a:ext>
                </a:extLst>
              </p:cNvPr>
              <p:cNvSpPr/>
              <p:nvPr/>
            </p:nvSpPr>
            <p:spPr>
              <a:xfrm>
                <a:off x="6948578" y="1819048"/>
                <a:ext cx="95083" cy="95083"/>
              </a:xfrm>
              <a:custGeom>
                <a:avLst/>
                <a:gdLst>
                  <a:gd name="connsiteX0" fmla="*/ 95083 w 95083"/>
                  <a:gd name="connsiteY0" fmla="*/ 47542 h 95083"/>
                  <a:gd name="connsiteX1" fmla="*/ 47542 w 95083"/>
                  <a:gd name="connsiteY1" fmla="*/ 95083 h 95083"/>
                  <a:gd name="connsiteX2" fmla="*/ 0 w 95083"/>
                  <a:gd name="connsiteY2" fmla="*/ 47542 h 95083"/>
                  <a:gd name="connsiteX3" fmla="*/ 47542 w 95083"/>
                  <a:gd name="connsiteY3" fmla="*/ 0 h 95083"/>
                  <a:gd name="connsiteX4" fmla="*/ 95083 w 95083"/>
                  <a:gd name="connsiteY4" fmla="*/ 47542 h 95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083" h="95083">
                    <a:moveTo>
                      <a:pt x="95083" y="47542"/>
                    </a:moveTo>
                    <a:cubicBezTo>
                      <a:pt x="95083" y="73798"/>
                      <a:pt x="73798" y="95083"/>
                      <a:pt x="47542" y="95083"/>
                    </a:cubicBezTo>
                    <a:cubicBezTo>
                      <a:pt x="21285" y="95083"/>
                      <a:pt x="0" y="73798"/>
                      <a:pt x="0" y="47542"/>
                    </a:cubicBezTo>
                    <a:cubicBezTo>
                      <a:pt x="0" y="21285"/>
                      <a:pt x="21285" y="0"/>
                      <a:pt x="47542" y="0"/>
                    </a:cubicBezTo>
                    <a:cubicBezTo>
                      <a:pt x="73798" y="0"/>
                      <a:pt x="95083" y="21285"/>
                      <a:pt x="95083" y="47542"/>
                    </a:cubicBezTo>
                    <a:close/>
                  </a:path>
                </a:pathLst>
              </a:custGeom>
              <a:solidFill>
                <a:srgbClr val="A055F5"/>
              </a:solidFill>
              <a:ln w="12668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80" name="Freeform 212">
                <a:extLst>
                  <a:ext uri="{FF2B5EF4-FFF2-40B4-BE49-F238E27FC236}">
                    <a16:creationId xmlns:a16="http://schemas.microsoft.com/office/drawing/2014/main" id="{3625D426-51CF-ADA5-2F1D-F693389634A1}"/>
                  </a:ext>
                </a:extLst>
              </p:cNvPr>
              <p:cNvSpPr/>
              <p:nvPr/>
            </p:nvSpPr>
            <p:spPr>
              <a:xfrm>
                <a:off x="5145926" y="4941456"/>
                <a:ext cx="95083" cy="95083"/>
              </a:xfrm>
              <a:custGeom>
                <a:avLst/>
                <a:gdLst>
                  <a:gd name="connsiteX0" fmla="*/ 95083 w 95083"/>
                  <a:gd name="connsiteY0" fmla="*/ 47541 h 95083"/>
                  <a:gd name="connsiteX1" fmla="*/ 47542 w 95083"/>
                  <a:gd name="connsiteY1" fmla="*/ 95083 h 95083"/>
                  <a:gd name="connsiteX2" fmla="*/ 0 w 95083"/>
                  <a:gd name="connsiteY2" fmla="*/ 47541 h 95083"/>
                  <a:gd name="connsiteX3" fmla="*/ 47542 w 95083"/>
                  <a:gd name="connsiteY3" fmla="*/ 0 h 95083"/>
                  <a:gd name="connsiteX4" fmla="*/ 95083 w 95083"/>
                  <a:gd name="connsiteY4" fmla="*/ 47541 h 95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083" h="95083">
                    <a:moveTo>
                      <a:pt x="95083" y="47541"/>
                    </a:moveTo>
                    <a:cubicBezTo>
                      <a:pt x="95083" y="73798"/>
                      <a:pt x="73798" y="95083"/>
                      <a:pt x="47542" y="95083"/>
                    </a:cubicBezTo>
                    <a:cubicBezTo>
                      <a:pt x="21285" y="95083"/>
                      <a:pt x="0" y="73798"/>
                      <a:pt x="0" y="47541"/>
                    </a:cubicBezTo>
                    <a:cubicBezTo>
                      <a:pt x="0" y="21285"/>
                      <a:pt x="21285" y="0"/>
                      <a:pt x="47542" y="0"/>
                    </a:cubicBezTo>
                    <a:cubicBezTo>
                      <a:pt x="73798" y="0"/>
                      <a:pt x="95083" y="21285"/>
                      <a:pt x="95083" y="47541"/>
                    </a:cubicBezTo>
                    <a:close/>
                  </a:path>
                </a:pathLst>
              </a:custGeom>
              <a:solidFill>
                <a:srgbClr val="7500C0"/>
              </a:solidFill>
              <a:ln w="12668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81" name="Freeform 213">
                <a:extLst>
                  <a:ext uri="{FF2B5EF4-FFF2-40B4-BE49-F238E27FC236}">
                    <a16:creationId xmlns:a16="http://schemas.microsoft.com/office/drawing/2014/main" id="{93FF9066-34B5-5468-26AD-F208B3364A01}"/>
                  </a:ext>
                </a:extLst>
              </p:cNvPr>
              <p:cNvSpPr/>
              <p:nvPr/>
            </p:nvSpPr>
            <p:spPr>
              <a:xfrm>
                <a:off x="6360330" y="1604920"/>
                <a:ext cx="95083" cy="95083"/>
              </a:xfrm>
              <a:custGeom>
                <a:avLst/>
                <a:gdLst>
                  <a:gd name="connsiteX0" fmla="*/ 95083 w 95083"/>
                  <a:gd name="connsiteY0" fmla="*/ 47542 h 95083"/>
                  <a:gd name="connsiteX1" fmla="*/ 47542 w 95083"/>
                  <a:gd name="connsiteY1" fmla="*/ 95083 h 95083"/>
                  <a:gd name="connsiteX2" fmla="*/ 0 w 95083"/>
                  <a:gd name="connsiteY2" fmla="*/ 47542 h 95083"/>
                  <a:gd name="connsiteX3" fmla="*/ 47542 w 95083"/>
                  <a:gd name="connsiteY3" fmla="*/ 0 h 95083"/>
                  <a:gd name="connsiteX4" fmla="*/ 95083 w 95083"/>
                  <a:gd name="connsiteY4" fmla="*/ 47542 h 95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083" h="95083">
                    <a:moveTo>
                      <a:pt x="95083" y="47542"/>
                    </a:moveTo>
                    <a:cubicBezTo>
                      <a:pt x="95083" y="73798"/>
                      <a:pt x="73798" y="95083"/>
                      <a:pt x="47542" y="95083"/>
                    </a:cubicBezTo>
                    <a:cubicBezTo>
                      <a:pt x="21285" y="95083"/>
                      <a:pt x="0" y="73798"/>
                      <a:pt x="0" y="47542"/>
                    </a:cubicBezTo>
                    <a:cubicBezTo>
                      <a:pt x="0" y="21285"/>
                      <a:pt x="21285" y="0"/>
                      <a:pt x="47542" y="0"/>
                    </a:cubicBezTo>
                    <a:cubicBezTo>
                      <a:pt x="73798" y="0"/>
                      <a:pt x="95083" y="21285"/>
                      <a:pt x="95083" y="47542"/>
                    </a:cubicBezTo>
                    <a:close/>
                  </a:path>
                </a:pathLst>
              </a:custGeom>
              <a:solidFill>
                <a:srgbClr val="A055F5"/>
              </a:solidFill>
              <a:ln w="12668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82" name="Freeform 214">
                <a:extLst>
                  <a:ext uri="{FF2B5EF4-FFF2-40B4-BE49-F238E27FC236}">
                    <a16:creationId xmlns:a16="http://schemas.microsoft.com/office/drawing/2014/main" id="{CB8B2E52-F039-6003-CF94-9BC8D0E81698}"/>
                  </a:ext>
                </a:extLst>
              </p:cNvPr>
              <p:cNvSpPr/>
              <p:nvPr/>
            </p:nvSpPr>
            <p:spPr>
              <a:xfrm>
                <a:off x="5734301" y="5155584"/>
                <a:ext cx="95083" cy="95083"/>
              </a:xfrm>
              <a:custGeom>
                <a:avLst/>
                <a:gdLst>
                  <a:gd name="connsiteX0" fmla="*/ 95083 w 95083"/>
                  <a:gd name="connsiteY0" fmla="*/ 47542 h 95083"/>
                  <a:gd name="connsiteX1" fmla="*/ 47542 w 95083"/>
                  <a:gd name="connsiteY1" fmla="*/ 95083 h 95083"/>
                  <a:gd name="connsiteX2" fmla="*/ 0 w 95083"/>
                  <a:gd name="connsiteY2" fmla="*/ 47542 h 95083"/>
                  <a:gd name="connsiteX3" fmla="*/ 47542 w 95083"/>
                  <a:gd name="connsiteY3" fmla="*/ 0 h 95083"/>
                  <a:gd name="connsiteX4" fmla="*/ 95083 w 95083"/>
                  <a:gd name="connsiteY4" fmla="*/ 47542 h 95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083" h="95083">
                    <a:moveTo>
                      <a:pt x="95083" y="47542"/>
                    </a:moveTo>
                    <a:cubicBezTo>
                      <a:pt x="95083" y="73798"/>
                      <a:pt x="73798" y="95083"/>
                      <a:pt x="47542" y="95083"/>
                    </a:cubicBezTo>
                    <a:cubicBezTo>
                      <a:pt x="21285" y="95083"/>
                      <a:pt x="0" y="73798"/>
                      <a:pt x="0" y="47542"/>
                    </a:cubicBezTo>
                    <a:cubicBezTo>
                      <a:pt x="0" y="21285"/>
                      <a:pt x="21285" y="0"/>
                      <a:pt x="47542" y="0"/>
                    </a:cubicBezTo>
                    <a:cubicBezTo>
                      <a:pt x="73798" y="0"/>
                      <a:pt x="95083" y="21285"/>
                      <a:pt x="95083" y="47542"/>
                    </a:cubicBezTo>
                    <a:close/>
                  </a:path>
                </a:pathLst>
              </a:custGeom>
              <a:solidFill>
                <a:srgbClr val="7500C0"/>
              </a:solidFill>
              <a:ln w="12668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83" name="Freeform 215">
                <a:extLst>
                  <a:ext uri="{FF2B5EF4-FFF2-40B4-BE49-F238E27FC236}">
                    <a16:creationId xmlns:a16="http://schemas.microsoft.com/office/drawing/2014/main" id="{09449FC2-2A5C-B40C-D038-1642A84BF301}"/>
                  </a:ext>
                </a:extLst>
              </p:cNvPr>
              <p:cNvSpPr/>
              <p:nvPr/>
            </p:nvSpPr>
            <p:spPr>
              <a:xfrm>
                <a:off x="5734301" y="1604920"/>
                <a:ext cx="95083" cy="95083"/>
              </a:xfrm>
              <a:custGeom>
                <a:avLst/>
                <a:gdLst>
                  <a:gd name="connsiteX0" fmla="*/ 95083 w 95083"/>
                  <a:gd name="connsiteY0" fmla="*/ 47542 h 95083"/>
                  <a:gd name="connsiteX1" fmla="*/ 47542 w 95083"/>
                  <a:gd name="connsiteY1" fmla="*/ 95083 h 95083"/>
                  <a:gd name="connsiteX2" fmla="*/ 0 w 95083"/>
                  <a:gd name="connsiteY2" fmla="*/ 47542 h 95083"/>
                  <a:gd name="connsiteX3" fmla="*/ 47542 w 95083"/>
                  <a:gd name="connsiteY3" fmla="*/ 0 h 95083"/>
                  <a:gd name="connsiteX4" fmla="*/ 95083 w 95083"/>
                  <a:gd name="connsiteY4" fmla="*/ 47542 h 95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083" h="95083">
                    <a:moveTo>
                      <a:pt x="95083" y="47542"/>
                    </a:moveTo>
                    <a:cubicBezTo>
                      <a:pt x="95083" y="73798"/>
                      <a:pt x="73798" y="95083"/>
                      <a:pt x="47542" y="95083"/>
                    </a:cubicBezTo>
                    <a:cubicBezTo>
                      <a:pt x="21285" y="95083"/>
                      <a:pt x="0" y="73798"/>
                      <a:pt x="0" y="47542"/>
                    </a:cubicBezTo>
                    <a:cubicBezTo>
                      <a:pt x="0" y="21285"/>
                      <a:pt x="21285" y="0"/>
                      <a:pt x="47542" y="0"/>
                    </a:cubicBezTo>
                    <a:cubicBezTo>
                      <a:pt x="73798" y="0"/>
                      <a:pt x="95083" y="21285"/>
                      <a:pt x="95083" y="47542"/>
                    </a:cubicBezTo>
                    <a:close/>
                  </a:path>
                </a:pathLst>
              </a:custGeom>
              <a:solidFill>
                <a:srgbClr val="B455AA"/>
              </a:solidFill>
              <a:ln w="12668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84" name="Freeform 216">
                <a:extLst>
                  <a:ext uri="{FF2B5EF4-FFF2-40B4-BE49-F238E27FC236}">
                    <a16:creationId xmlns:a16="http://schemas.microsoft.com/office/drawing/2014/main" id="{61744564-D645-44E4-555D-99622B1B06B9}"/>
                  </a:ext>
                </a:extLst>
              </p:cNvPr>
              <p:cNvSpPr/>
              <p:nvPr/>
            </p:nvSpPr>
            <p:spPr>
              <a:xfrm>
                <a:off x="5145926" y="1819048"/>
                <a:ext cx="95083" cy="95083"/>
              </a:xfrm>
              <a:custGeom>
                <a:avLst/>
                <a:gdLst>
                  <a:gd name="connsiteX0" fmla="*/ 95083 w 95083"/>
                  <a:gd name="connsiteY0" fmla="*/ 47542 h 95083"/>
                  <a:gd name="connsiteX1" fmla="*/ 47542 w 95083"/>
                  <a:gd name="connsiteY1" fmla="*/ 95083 h 95083"/>
                  <a:gd name="connsiteX2" fmla="*/ 0 w 95083"/>
                  <a:gd name="connsiteY2" fmla="*/ 47542 h 95083"/>
                  <a:gd name="connsiteX3" fmla="*/ 47542 w 95083"/>
                  <a:gd name="connsiteY3" fmla="*/ 0 h 95083"/>
                  <a:gd name="connsiteX4" fmla="*/ 95083 w 95083"/>
                  <a:gd name="connsiteY4" fmla="*/ 47542 h 95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083" h="95083">
                    <a:moveTo>
                      <a:pt x="95083" y="47542"/>
                    </a:moveTo>
                    <a:cubicBezTo>
                      <a:pt x="95083" y="73798"/>
                      <a:pt x="73798" y="95083"/>
                      <a:pt x="47542" y="95083"/>
                    </a:cubicBezTo>
                    <a:cubicBezTo>
                      <a:pt x="21285" y="95083"/>
                      <a:pt x="0" y="73798"/>
                      <a:pt x="0" y="47542"/>
                    </a:cubicBezTo>
                    <a:cubicBezTo>
                      <a:pt x="0" y="21285"/>
                      <a:pt x="21285" y="0"/>
                      <a:pt x="47542" y="0"/>
                    </a:cubicBezTo>
                    <a:cubicBezTo>
                      <a:pt x="73798" y="0"/>
                      <a:pt x="95083" y="21285"/>
                      <a:pt x="95083" y="47542"/>
                    </a:cubicBezTo>
                    <a:close/>
                  </a:path>
                </a:pathLst>
              </a:custGeom>
              <a:solidFill>
                <a:srgbClr val="B455AA"/>
              </a:solidFill>
              <a:ln w="12668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85" name="Freeform 217">
                <a:extLst>
                  <a:ext uri="{FF2B5EF4-FFF2-40B4-BE49-F238E27FC236}">
                    <a16:creationId xmlns:a16="http://schemas.microsoft.com/office/drawing/2014/main" id="{F9E9F2F0-F37D-3399-C5E7-806B84D2C9BB}"/>
                  </a:ext>
                </a:extLst>
              </p:cNvPr>
              <p:cNvSpPr/>
              <p:nvPr/>
            </p:nvSpPr>
            <p:spPr>
              <a:xfrm>
                <a:off x="4666326" y="2221567"/>
                <a:ext cx="95083" cy="95083"/>
              </a:xfrm>
              <a:custGeom>
                <a:avLst/>
                <a:gdLst>
                  <a:gd name="connsiteX0" fmla="*/ 95083 w 95083"/>
                  <a:gd name="connsiteY0" fmla="*/ 47542 h 95083"/>
                  <a:gd name="connsiteX1" fmla="*/ 47542 w 95083"/>
                  <a:gd name="connsiteY1" fmla="*/ 95083 h 95083"/>
                  <a:gd name="connsiteX2" fmla="*/ 0 w 95083"/>
                  <a:gd name="connsiteY2" fmla="*/ 47542 h 95083"/>
                  <a:gd name="connsiteX3" fmla="*/ 47542 w 95083"/>
                  <a:gd name="connsiteY3" fmla="*/ 0 h 95083"/>
                  <a:gd name="connsiteX4" fmla="*/ 95083 w 95083"/>
                  <a:gd name="connsiteY4" fmla="*/ 47542 h 95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083" h="95083">
                    <a:moveTo>
                      <a:pt x="95083" y="47542"/>
                    </a:moveTo>
                    <a:cubicBezTo>
                      <a:pt x="95083" y="73798"/>
                      <a:pt x="73798" y="95083"/>
                      <a:pt x="47542" y="95083"/>
                    </a:cubicBezTo>
                    <a:cubicBezTo>
                      <a:pt x="21285" y="95083"/>
                      <a:pt x="0" y="73798"/>
                      <a:pt x="0" y="47542"/>
                    </a:cubicBezTo>
                    <a:cubicBezTo>
                      <a:pt x="0" y="21285"/>
                      <a:pt x="21285" y="0"/>
                      <a:pt x="47542" y="0"/>
                    </a:cubicBezTo>
                    <a:cubicBezTo>
                      <a:pt x="73798" y="0"/>
                      <a:pt x="95083" y="21285"/>
                      <a:pt x="95083" y="47542"/>
                    </a:cubicBezTo>
                    <a:close/>
                  </a:path>
                </a:pathLst>
              </a:custGeom>
              <a:solidFill>
                <a:srgbClr val="B455AA"/>
              </a:solidFill>
              <a:ln w="12668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86" name="Freeform 218">
                <a:extLst>
                  <a:ext uri="{FF2B5EF4-FFF2-40B4-BE49-F238E27FC236}">
                    <a16:creationId xmlns:a16="http://schemas.microsoft.com/office/drawing/2014/main" id="{43FB8C07-D5C4-8FC9-AD41-08245AAFD0B9}"/>
                  </a:ext>
                </a:extLst>
              </p:cNvPr>
              <p:cNvSpPr/>
              <p:nvPr/>
            </p:nvSpPr>
            <p:spPr>
              <a:xfrm>
                <a:off x="4353311" y="2763668"/>
                <a:ext cx="95083" cy="95083"/>
              </a:xfrm>
              <a:custGeom>
                <a:avLst/>
                <a:gdLst>
                  <a:gd name="connsiteX0" fmla="*/ 95083 w 95083"/>
                  <a:gd name="connsiteY0" fmla="*/ 47542 h 95083"/>
                  <a:gd name="connsiteX1" fmla="*/ 47542 w 95083"/>
                  <a:gd name="connsiteY1" fmla="*/ 95083 h 95083"/>
                  <a:gd name="connsiteX2" fmla="*/ 0 w 95083"/>
                  <a:gd name="connsiteY2" fmla="*/ 47542 h 95083"/>
                  <a:gd name="connsiteX3" fmla="*/ 47542 w 95083"/>
                  <a:gd name="connsiteY3" fmla="*/ 0 h 95083"/>
                  <a:gd name="connsiteX4" fmla="*/ 95083 w 95083"/>
                  <a:gd name="connsiteY4" fmla="*/ 47542 h 95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083" h="95083">
                    <a:moveTo>
                      <a:pt x="95083" y="47542"/>
                    </a:moveTo>
                    <a:cubicBezTo>
                      <a:pt x="95083" y="73798"/>
                      <a:pt x="73798" y="95083"/>
                      <a:pt x="47542" y="95083"/>
                    </a:cubicBezTo>
                    <a:cubicBezTo>
                      <a:pt x="21285" y="95083"/>
                      <a:pt x="0" y="73798"/>
                      <a:pt x="0" y="47542"/>
                    </a:cubicBezTo>
                    <a:cubicBezTo>
                      <a:pt x="0" y="21285"/>
                      <a:pt x="21285" y="0"/>
                      <a:pt x="47542" y="0"/>
                    </a:cubicBezTo>
                    <a:cubicBezTo>
                      <a:pt x="73798" y="0"/>
                      <a:pt x="95083" y="21285"/>
                      <a:pt x="95083" y="47542"/>
                    </a:cubicBezTo>
                    <a:close/>
                  </a:path>
                </a:pathLst>
              </a:custGeom>
              <a:solidFill>
                <a:srgbClr val="A100FF"/>
              </a:solidFill>
              <a:ln w="12668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87" name="Freeform 219">
                <a:extLst>
                  <a:ext uri="{FF2B5EF4-FFF2-40B4-BE49-F238E27FC236}">
                    <a16:creationId xmlns:a16="http://schemas.microsoft.com/office/drawing/2014/main" id="{2EC0E1F3-4BAA-44DA-CD10-D6964088CC39}"/>
                  </a:ext>
                </a:extLst>
              </p:cNvPr>
              <p:cNvSpPr/>
              <p:nvPr/>
            </p:nvSpPr>
            <p:spPr>
              <a:xfrm>
                <a:off x="7741319" y="3981337"/>
                <a:ext cx="95083" cy="95083"/>
              </a:xfrm>
              <a:custGeom>
                <a:avLst/>
                <a:gdLst>
                  <a:gd name="connsiteX0" fmla="*/ 95083 w 95083"/>
                  <a:gd name="connsiteY0" fmla="*/ 47542 h 95083"/>
                  <a:gd name="connsiteX1" fmla="*/ 47542 w 95083"/>
                  <a:gd name="connsiteY1" fmla="*/ 95083 h 95083"/>
                  <a:gd name="connsiteX2" fmla="*/ 0 w 95083"/>
                  <a:gd name="connsiteY2" fmla="*/ 47542 h 95083"/>
                  <a:gd name="connsiteX3" fmla="*/ 47542 w 95083"/>
                  <a:gd name="connsiteY3" fmla="*/ 0 h 95083"/>
                  <a:gd name="connsiteX4" fmla="*/ 95083 w 95083"/>
                  <a:gd name="connsiteY4" fmla="*/ 47542 h 95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083" h="95083">
                    <a:moveTo>
                      <a:pt x="95083" y="47542"/>
                    </a:moveTo>
                    <a:cubicBezTo>
                      <a:pt x="95083" y="73798"/>
                      <a:pt x="73798" y="95083"/>
                      <a:pt x="47542" y="95083"/>
                    </a:cubicBezTo>
                    <a:cubicBezTo>
                      <a:pt x="21285" y="95083"/>
                      <a:pt x="0" y="73798"/>
                      <a:pt x="0" y="47542"/>
                    </a:cubicBezTo>
                    <a:cubicBezTo>
                      <a:pt x="0" y="21285"/>
                      <a:pt x="21285" y="0"/>
                      <a:pt x="47542" y="0"/>
                    </a:cubicBezTo>
                    <a:cubicBezTo>
                      <a:pt x="73798" y="0"/>
                      <a:pt x="95083" y="21285"/>
                      <a:pt x="95083" y="47542"/>
                    </a:cubicBezTo>
                    <a:close/>
                  </a:path>
                </a:pathLst>
              </a:custGeom>
              <a:solidFill>
                <a:srgbClr val="595959"/>
              </a:solidFill>
              <a:ln w="12668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  <p:sp>
          <p:nvSpPr>
            <p:cNvPr id="21" name="Freeform 31">
              <a:extLst>
                <a:ext uri="{FF2B5EF4-FFF2-40B4-BE49-F238E27FC236}">
                  <a16:creationId xmlns:a16="http://schemas.microsoft.com/office/drawing/2014/main" id="{C6332004-DBFD-337A-0015-F9FEEDCFB942}"/>
                </a:ext>
              </a:extLst>
            </p:cNvPr>
            <p:cNvSpPr/>
            <p:nvPr/>
          </p:nvSpPr>
          <p:spPr>
            <a:xfrm>
              <a:off x="5111317" y="2445458"/>
              <a:ext cx="1969365" cy="1969365"/>
            </a:xfrm>
            <a:custGeom>
              <a:avLst/>
              <a:gdLst>
                <a:gd name="connsiteX0" fmla="*/ 1969365 w 1969365"/>
                <a:gd name="connsiteY0" fmla="*/ 984683 h 1969365"/>
                <a:gd name="connsiteX1" fmla="*/ 984683 w 1969365"/>
                <a:gd name="connsiteY1" fmla="*/ 1969366 h 1969365"/>
                <a:gd name="connsiteX2" fmla="*/ 0 w 1969365"/>
                <a:gd name="connsiteY2" fmla="*/ 984683 h 1969365"/>
                <a:gd name="connsiteX3" fmla="*/ 984683 w 1969365"/>
                <a:gd name="connsiteY3" fmla="*/ 0 h 1969365"/>
                <a:gd name="connsiteX4" fmla="*/ 1969365 w 1969365"/>
                <a:gd name="connsiteY4" fmla="*/ 984683 h 1969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9365" h="1969365">
                  <a:moveTo>
                    <a:pt x="1969365" y="984683"/>
                  </a:moveTo>
                  <a:cubicBezTo>
                    <a:pt x="1969365" y="1528508"/>
                    <a:pt x="1528508" y="1969366"/>
                    <a:pt x="984683" y="1969366"/>
                  </a:cubicBezTo>
                  <a:cubicBezTo>
                    <a:pt x="440857" y="1969366"/>
                    <a:pt x="0" y="1528508"/>
                    <a:pt x="0" y="984683"/>
                  </a:cubicBezTo>
                  <a:cubicBezTo>
                    <a:pt x="0" y="440858"/>
                    <a:pt x="440857" y="0"/>
                    <a:pt x="984683" y="0"/>
                  </a:cubicBezTo>
                  <a:cubicBezTo>
                    <a:pt x="1528508" y="0"/>
                    <a:pt x="1969365" y="440858"/>
                    <a:pt x="1969365" y="984683"/>
                  </a:cubicBezTo>
                  <a:close/>
                </a:path>
              </a:pathLst>
            </a:custGeom>
            <a:noFill/>
            <a:ln w="6334" cap="flat">
              <a:solidFill>
                <a:srgbClr val="7500C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2" name="Freeform 32">
              <a:extLst>
                <a:ext uri="{FF2B5EF4-FFF2-40B4-BE49-F238E27FC236}">
                  <a16:creationId xmlns:a16="http://schemas.microsoft.com/office/drawing/2014/main" id="{A1BF787B-5A49-9ED8-F2C6-F5D9F82C5B64}"/>
                </a:ext>
              </a:extLst>
            </p:cNvPr>
            <p:cNvSpPr/>
            <p:nvPr/>
          </p:nvSpPr>
          <p:spPr>
            <a:xfrm>
              <a:off x="5488354" y="2476645"/>
              <a:ext cx="211972" cy="211972"/>
            </a:xfrm>
            <a:custGeom>
              <a:avLst/>
              <a:gdLst>
                <a:gd name="connsiteX0" fmla="*/ 211972 w 211972"/>
                <a:gd name="connsiteY0" fmla="*/ 105986 h 211972"/>
                <a:gd name="connsiteX1" fmla="*/ 105986 w 211972"/>
                <a:gd name="connsiteY1" fmla="*/ 211972 h 211972"/>
                <a:gd name="connsiteX2" fmla="*/ 0 w 211972"/>
                <a:gd name="connsiteY2" fmla="*/ 105986 h 211972"/>
                <a:gd name="connsiteX3" fmla="*/ 105986 w 211972"/>
                <a:gd name="connsiteY3" fmla="*/ 0 h 211972"/>
                <a:gd name="connsiteX4" fmla="*/ 211972 w 211972"/>
                <a:gd name="connsiteY4" fmla="*/ 105986 h 211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1972" h="211972">
                  <a:moveTo>
                    <a:pt x="211972" y="105986"/>
                  </a:moveTo>
                  <a:cubicBezTo>
                    <a:pt x="211972" y="164521"/>
                    <a:pt x="164521" y="211972"/>
                    <a:pt x="105986" y="211972"/>
                  </a:cubicBezTo>
                  <a:cubicBezTo>
                    <a:pt x="47452" y="211972"/>
                    <a:pt x="0" y="164521"/>
                    <a:pt x="0" y="105986"/>
                  </a:cubicBezTo>
                  <a:cubicBezTo>
                    <a:pt x="0" y="47452"/>
                    <a:pt x="47452" y="0"/>
                    <a:pt x="105986" y="0"/>
                  </a:cubicBezTo>
                  <a:cubicBezTo>
                    <a:pt x="164521" y="0"/>
                    <a:pt x="211972" y="47452"/>
                    <a:pt x="211972" y="105986"/>
                  </a:cubicBezTo>
                  <a:close/>
                </a:path>
              </a:pathLst>
            </a:custGeom>
            <a:solidFill>
              <a:srgbClr val="F5F7F4"/>
            </a:solidFill>
            <a:ln w="6334" cap="flat">
              <a:solidFill>
                <a:srgbClr val="7500C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3" name="Freeform 33">
              <a:extLst>
                <a:ext uri="{FF2B5EF4-FFF2-40B4-BE49-F238E27FC236}">
                  <a16:creationId xmlns:a16="http://schemas.microsoft.com/office/drawing/2014/main" id="{9EFBA3E2-3C3A-A788-1641-4E06281A1222}"/>
                </a:ext>
              </a:extLst>
            </p:cNvPr>
            <p:cNvSpPr/>
            <p:nvPr/>
          </p:nvSpPr>
          <p:spPr>
            <a:xfrm>
              <a:off x="5533614" y="2555881"/>
              <a:ext cx="75813" cy="83419"/>
            </a:xfrm>
            <a:custGeom>
              <a:avLst/>
              <a:gdLst>
                <a:gd name="connsiteX0" fmla="*/ 0 w 75813"/>
                <a:gd name="connsiteY0" fmla="*/ 22566 h 83419"/>
                <a:gd name="connsiteX1" fmla="*/ 34991 w 75813"/>
                <a:gd name="connsiteY1" fmla="*/ 0 h 83419"/>
                <a:gd name="connsiteX2" fmla="*/ 37526 w 75813"/>
                <a:gd name="connsiteY2" fmla="*/ 3930 h 83419"/>
                <a:gd name="connsiteX3" fmla="*/ 7226 w 75813"/>
                <a:gd name="connsiteY3" fmla="*/ 23327 h 83419"/>
                <a:gd name="connsiteX4" fmla="*/ 22566 w 75813"/>
                <a:gd name="connsiteY4" fmla="*/ 47161 h 83419"/>
                <a:gd name="connsiteX5" fmla="*/ 47161 w 75813"/>
                <a:gd name="connsiteY5" fmla="*/ 31441 h 83419"/>
                <a:gd name="connsiteX6" fmla="*/ 49697 w 75813"/>
                <a:gd name="connsiteY6" fmla="*/ 35371 h 83419"/>
                <a:gd name="connsiteX7" fmla="*/ 25102 w 75813"/>
                <a:gd name="connsiteY7" fmla="*/ 51091 h 83419"/>
                <a:gd name="connsiteX8" fmla="*/ 41456 w 75813"/>
                <a:gd name="connsiteY8" fmla="*/ 76447 h 83419"/>
                <a:gd name="connsiteX9" fmla="*/ 73278 w 75813"/>
                <a:gd name="connsiteY9" fmla="*/ 56036 h 83419"/>
                <a:gd name="connsiteX10" fmla="*/ 75813 w 75813"/>
                <a:gd name="connsiteY10" fmla="*/ 59966 h 83419"/>
                <a:gd name="connsiteX11" fmla="*/ 39301 w 75813"/>
                <a:gd name="connsiteY11" fmla="*/ 83420 h 83419"/>
                <a:gd name="connsiteX12" fmla="*/ 0 w 75813"/>
                <a:gd name="connsiteY12" fmla="*/ 22566 h 83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5813" h="83419">
                  <a:moveTo>
                    <a:pt x="0" y="22566"/>
                  </a:moveTo>
                  <a:lnTo>
                    <a:pt x="34991" y="0"/>
                  </a:lnTo>
                  <a:lnTo>
                    <a:pt x="37526" y="3930"/>
                  </a:lnTo>
                  <a:lnTo>
                    <a:pt x="7226" y="23327"/>
                  </a:lnTo>
                  <a:lnTo>
                    <a:pt x="22566" y="47161"/>
                  </a:lnTo>
                  <a:lnTo>
                    <a:pt x="47161" y="31441"/>
                  </a:lnTo>
                  <a:lnTo>
                    <a:pt x="49697" y="35371"/>
                  </a:lnTo>
                  <a:lnTo>
                    <a:pt x="25102" y="51091"/>
                  </a:lnTo>
                  <a:lnTo>
                    <a:pt x="41456" y="76447"/>
                  </a:lnTo>
                  <a:lnTo>
                    <a:pt x="73278" y="56036"/>
                  </a:lnTo>
                  <a:lnTo>
                    <a:pt x="75813" y="59966"/>
                  </a:lnTo>
                  <a:lnTo>
                    <a:pt x="39301" y="83420"/>
                  </a:lnTo>
                  <a:lnTo>
                    <a:pt x="0" y="22566"/>
                  </a:lnTo>
                  <a:close/>
                </a:path>
              </a:pathLst>
            </a:custGeom>
            <a:solidFill>
              <a:srgbClr val="000000"/>
            </a:solidFill>
            <a:ln w="1266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4" name="Freeform 34">
              <a:extLst>
                <a:ext uri="{FF2B5EF4-FFF2-40B4-BE49-F238E27FC236}">
                  <a16:creationId xmlns:a16="http://schemas.microsoft.com/office/drawing/2014/main" id="{04073530-C10C-AFC2-9C17-6BB6383F65D3}"/>
                </a:ext>
              </a:extLst>
            </p:cNvPr>
            <p:cNvSpPr/>
            <p:nvPr/>
          </p:nvSpPr>
          <p:spPr>
            <a:xfrm>
              <a:off x="5576211" y="2519369"/>
              <a:ext cx="66938" cy="78475"/>
            </a:xfrm>
            <a:custGeom>
              <a:avLst/>
              <a:gdLst>
                <a:gd name="connsiteX0" fmla="*/ 0 w 66938"/>
                <a:gd name="connsiteY0" fmla="*/ 31694 h 78475"/>
                <a:gd name="connsiteX1" fmla="*/ 4691 w 66938"/>
                <a:gd name="connsiteY1" fmla="*/ 28652 h 78475"/>
                <a:gd name="connsiteX2" fmla="*/ 61234 w 66938"/>
                <a:gd name="connsiteY2" fmla="*/ 71756 h 78475"/>
                <a:gd name="connsiteX3" fmla="*/ 44879 w 66938"/>
                <a:gd name="connsiteY3" fmla="*/ 2789 h 78475"/>
                <a:gd name="connsiteX4" fmla="*/ 49317 w 66938"/>
                <a:gd name="connsiteY4" fmla="*/ 0 h 78475"/>
                <a:gd name="connsiteX5" fmla="*/ 66939 w 66938"/>
                <a:gd name="connsiteY5" fmla="*/ 74799 h 78475"/>
                <a:gd name="connsiteX6" fmla="*/ 61360 w 66938"/>
                <a:gd name="connsiteY6" fmla="*/ 78475 h 78475"/>
                <a:gd name="connsiteX7" fmla="*/ 0 w 66938"/>
                <a:gd name="connsiteY7" fmla="*/ 31694 h 78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938" h="78475">
                  <a:moveTo>
                    <a:pt x="0" y="31694"/>
                  </a:moveTo>
                  <a:lnTo>
                    <a:pt x="4691" y="28652"/>
                  </a:lnTo>
                  <a:lnTo>
                    <a:pt x="61234" y="71756"/>
                  </a:lnTo>
                  <a:lnTo>
                    <a:pt x="44879" y="2789"/>
                  </a:lnTo>
                  <a:lnTo>
                    <a:pt x="49317" y="0"/>
                  </a:lnTo>
                  <a:lnTo>
                    <a:pt x="66939" y="74799"/>
                  </a:lnTo>
                  <a:lnTo>
                    <a:pt x="61360" y="78475"/>
                  </a:lnTo>
                  <a:lnTo>
                    <a:pt x="0" y="31694"/>
                  </a:lnTo>
                  <a:close/>
                </a:path>
              </a:pathLst>
            </a:custGeom>
            <a:solidFill>
              <a:srgbClr val="000000"/>
            </a:solidFill>
            <a:ln w="1266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D0EAC3AC-AB4B-8328-AE45-56DC4D3BE58F}"/>
              </a:ext>
            </a:extLst>
          </p:cNvPr>
          <p:cNvSpPr txBox="1"/>
          <p:nvPr/>
        </p:nvSpPr>
        <p:spPr>
          <a:xfrm rot="4194554">
            <a:off x="7635393" y="3066466"/>
            <a:ext cx="536228" cy="323165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Light" panose="020B0403030202060203" pitchFamily="34" charset="77"/>
                <a:ea typeface="+mn-ea"/>
                <a:cs typeface="+mn-cs"/>
              </a:rPr>
              <a:t>Environ-mental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6E8ADDF-C26B-90F5-4BC1-4F12C700EF64}"/>
              </a:ext>
            </a:extLst>
          </p:cNvPr>
          <p:cNvSpPr txBox="1"/>
          <p:nvPr/>
        </p:nvSpPr>
        <p:spPr>
          <a:xfrm rot="17493652">
            <a:off x="7546543" y="4504921"/>
            <a:ext cx="744344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Light" panose="020B0403030202060203" pitchFamily="34" charset="77"/>
                <a:ea typeface="+mn-ea"/>
                <a:cs typeface="+mn-cs"/>
              </a:rPr>
              <a:t>Governance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29E85CF-9222-8E64-95B1-743E4ECA289C}"/>
              </a:ext>
            </a:extLst>
          </p:cNvPr>
          <p:cNvSpPr txBox="1"/>
          <p:nvPr/>
        </p:nvSpPr>
        <p:spPr>
          <a:xfrm rot="5400000">
            <a:off x="7722910" y="3808603"/>
            <a:ext cx="589850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Light" panose="020B0403030202060203" pitchFamily="34" charset="77"/>
                <a:ea typeface="+mn-ea"/>
                <a:cs typeface="+mn-cs"/>
              </a:rPr>
              <a:t>Social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BD02723-FE29-F426-3DF4-56FE561EE4E7}"/>
              </a:ext>
            </a:extLst>
          </p:cNvPr>
          <p:cNvSpPr txBox="1"/>
          <p:nvPr/>
        </p:nvSpPr>
        <p:spPr>
          <a:xfrm rot="1909559">
            <a:off x="4624527" y="5539794"/>
            <a:ext cx="713719" cy="323165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Light" panose="020B0403030202060203" pitchFamily="34" charset="77"/>
                <a:ea typeface="+mn-ea"/>
                <a:cs typeface="+mn-cs"/>
              </a:rPr>
              <a:t>Inclusive Design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27E1140-BBC8-655E-31DC-B50F21E86F00}"/>
              </a:ext>
            </a:extLst>
          </p:cNvPr>
          <p:cNvSpPr txBox="1"/>
          <p:nvPr/>
        </p:nvSpPr>
        <p:spPr>
          <a:xfrm rot="17366373">
            <a:off x="3843957" y="3130798"/>
            <a:ext cx="536228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Light" panose="020B0403030202060203" pitchFamily="34" charset="77"/>
                <a:ea typeface="+mn-ea"/>
                <a:cs typeface="+mn-cs"/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D20028C-C64C-6EA2-1330-75BAE5F436DA}"/>
              </a:ext>
            </a:extLst>
          </p:cNvPr>
          <p:cNvSpPr txBox="1"/>
          <p:nvPr/>
        </p:nvSpPr>
        <p:spPr>
          <a:xfrm rot="16200000">
            <a:off x="3717138" y="3819956"/>
            <a:ext cx="536228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Light" panose="020B0403030202060203" pitchFamily="34" charset="77"/>
                <a:ea typeface="+mn-ea"/>
                <a:cs typeface="+mn-cs"/>
              </a:rPr>
              <a:t>B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FD33B4E-D6C6-4E00-76D6-D4BF83A35C73}"/>
              </a:ext>
            </a:extLst>
          </p:cNvPr>
          <p:cNvSpPr txBox="1"/>
          <p:nvPr/>
        </p:nvSpPr>
        <p:spPr>
          <a:xfrm rot="14939093">
            <a:off x="3850840" y="4499291"/>
            <a:ext cx="536228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Light" panose="020B0403030202060203" pitchFamily="34" charset="77"/>
                <a:ea typeface="+mn-ea"/>
                <a:cs typeface="+mn-cs"/>
              </a:rPr>
              <a:t>C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1DFA092-E654-B366-91DB-AB445F128250}"/>
              </a:ext>
            </a:extLst>
          </p:cNvPr>
          <p:cNvSpPr txBox="1"/>
          <p:nvPr/>
        </p:nvSpPr>
        <p:spPr>
          <a:xfrm rot="18706736">
            <a:off x="4174463" y="2518380"/>
            <a:ext cx="589850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Light" panose="020B0403030202060203" pitchFamily="34" charset="77"/>
                <a:ea typeface="+mn-ea"/>
                <a:cs typeface="+mn-cs"/>
              </a:rPr>
              <a:t>Capital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E99C5D4-8C96-AAAF-03F8-5A9B182F555E}"/>
              </a:ext>
            </a:extLst>
          </p:cNvPr>
          <p:cNvSpPr txBox="1"/>
          <p:nvPr/>
        </p:nvSpPr>
        <p:spPr>
          <a:xfrm rot="1618678">
            <a:off x="6698612" y="2106504"/>
            <a:ext cx="648835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Light" panose="020B0403030202060203" pitchFamily="34" charset="77"/>
                <a:ea typeface="+mn-ea"/>
                <a:cs typeface="+mn-cs"/>
              </a:rPr>
              <a:t>Employee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FCD1670-DD8D-51A3-C580-4B21645467E7}"/>
              </a:ext>
            </a:extLst>
          </p:cNvPr>
          <p:cNvSpPr txBox="1"/>
          <p:nvPr/>
        </p:nvSpPr>
        <p:spPr>
          <a:xfrm rot="2889885">
            <a:off x="7238156" y="2444229"/>
            <a:ext cx="648835" cy="323165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Light" panose="020B0403030202060203" pitchFamily="34" charset="77"/>
                <a:ea typeface="+mn-ea"/>
                <a:cs typeface="+mn-cs"/>
              </a:rPr>
              <a:t>Vendor/ Partner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2AD927F-2398-BE9F-B583-74C477BB77BE}"/>
              </a:ext>
            </a:extLst>
          </p:cNvPr>
          <p:cNvSpPr txBox="1"/>
          <p:nvPr/>
        </p:nvSpPr>
        <p:spPr>
          <a:xfrm rot="538340">
            <a:off x="6057584" y="1842653"/>
            <a:ext cx="631680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Light" panose="020B0403030202060203" pitchFamily="34" charset="77"/>
                <a:ea typeface="+mn-ea"/>
                <a:cs typeface="+mn-cs"/>
              </a:rPr>
              <a:t>Customer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2E4A925-F807-A079-4901-C138881CAD9A}"/>
              </a:ext>
            </a:extLst>
          </p:cNvPr>
          <p:cNvSpPr txBox="1"/>
          <p:nvPr/>
        </p:nvSpPr>
        <p:spPr>
          <a:xfrm rot="2988905">
            <a:off x="4183575" y="5092273"/>
            <a:ext cx="536228" cy="323165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Light" panose="020B0403030202060203" pitchFamily="34" charset="77"/>
                <a:ea typeface="+mn-ea"/>
                <a:cs typeface="+mn-cs"/>
              </a:rPr>
              <a:t>Inclusive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Light" panose="020B0403030202060203" pitchFamily="34" charset="77"/>
                <a:ea typeface="+mn-ea"/>
                <a:cs typeface="+mn-cs"/>
              </a:rPr>
              <a:t>Culture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8DAC2EA-746E-D613-7488-D722EEC5875E}"/>
              </a:ext>
            </a:extLst>
          </p:cNvPr>
          <p:cNvSpPr txBox="1"/>
          <p:nvPr/>
        </p:nvSpPr>
        <p:spPr>
          <a:xfrm rot="591948">
            <a:off x="5316873" y="5792995"/>
            <a:ext cx="713719" cy="323165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Light" panose="020B0403030202060203" pitchFamily="34" charset="77"/>
                <a:ea typeface="+mn-ea"/>
                <a:cs typeface="+mn-cs"/>
              </a:rPr>
              <a:t>Team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Light" panose="020B0403030202060203" pitchFamily="34" charset="77"/>
                <a:ea typeface="+mn-ea"/>
                <a:cs typeface="+mn-cs"/>
              </a:rPr>
              <a:t>Diversity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A6BE9E5-0DBA-0D00-D13B-3D5705568971}"/>
              </a:ext>
            </a:extLst>
          </p:cNvPr>
          <p:cNvSpPr txBox="1"/>
          <p:nvPr/>
        </p:nvSpPr>
        <p:spPr>
          <a:xfrm rot="20611809">
            <a:off x="6200777" y="5768155"/>
            <a:ext cx="713719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Light" panose="020B0403030202060203" pitchFamily="34" charset="77"/>
                <a:ea typeface="+mn-ea"/>
                <a:cs typeface="+mn-cs"/>
              </a:rPr>
              <a:t>Change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806D725-1472-90E1-E7F6-49F750C211DA}"/>
              </a:ext>
            </a:extLst>
          </p:cNvPr>
          <p:cNvSpPr txBox="1"/>
          <p:nvPr/>
        </p:nvSpPr>
        <p:spPr>
          <a:xfrm rot="18900000">
            <a:off x="7090744" y="5250946"/>
            <a:ext cx="748909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Light" panose="020B0403030202060203" pitchFamily="34" charset="77"/>
                <a:ea typeface="+mn-ea"/>
                <a:cs typeface="+mn-cs"/>
              </a:rPr>
              <a:t>Development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DA26E13-A355-8763-1EBF-3989898CD0CC}"/>
              </a:ext>
            </a:extLst>
          </p:cNvPr>
          <p:cNvSpPr txBox="1"/>
          <p:nvPr/>
        </p:nvSpPr>
        <p:spPr>
          <a:xfrm rot="21004934">
            <a:off x="5382539" y="1819337"/>
            <a:ext cx="565384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Light" panose="020B0403030202060203" pitchFamily="34" charset="77"/>
                <a:ea typeface="+mn-ea"/>
                <a:cs typeface="+mn-cs"/>
              </a:rPr>
              <a:t>Revenue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89102D7-A5DB-699D-FF72-EEE289791A0D}"/>
              </a:ext>
            </a:extLst>
          </p:cNvPr>
          <p:cNvSpPr txBox="1"/>
          <p:nvPr/>
        </p:nvSpPr>
        <p:spPr>
          <a:xfrm rot="19756926">
            <a:off x="4716714" y="2063338"/>
            <a:ext cx="589850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Light" panose="020B0403030202060203" pitchFamily="34" charset="77"/>
                <a:ea typeface="+mn-ea"/>
                <a:cs typeface="+mn-cs"/>
              </a:rPr>
              <a:t>Opex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3F618D3-9393-4E06-067C-4E1F0C7EDD3F}"/>
              </a:ext>
            </a:extLst>
          </p:cNvPr>
          <p:cNvSpPr txBox="1"/>
          <p:nvPr/>
        </p:nvSpPr>
        <p:spPr>
          <a:xfrm rot="1771760">
            <a:off x="4982336" y="4648938"/>
            <a:ext cx="1120178" cy="287822"/>
          </a:xfrm>
          <a:prstGeom prst="rect">
            <a:avLst/>
          </a:prstGeom>
          <a:noFill/>
        </p:spPr>
        <p:txBody>
          <a:bodyPr wrap="square" lIns="0" tIns="0" rIns="0" bIns="45720" rtlCol="0" anchor="ctr">
            <a:prstTxWarp prst="textArchDown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t>Inclusion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t>&amp; Diversity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B26506B-34DA-3B12-CCCA-9594A0356A63}"/>
              </a:ext>
            </a:extLst>
          </p:cNvPr>
          <p:cNvSpPr txBox="1"/>
          <p:nvPr/>
        </p:nvSpPr>
        <p:spPr>
          <a:xfrm rot="5400000">
            <a:off x="6616263" y="3771192"/>
            <a:ext cx="888165" cy="301203"/>
          </a:xfrm>
          <a:prstGeom prst="rect">
            <a:avLst/>
          </a:prstGeom>
          <a:noFill/>
        </p:spPr>
        <p:txBody>
          <a:bodyPr wrap="square" lIns="0" tIns="0" rIns="0" bIns="45720" rtlCol="0">
            <a:prstTxWarp prst="textArchUp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t>Sustainability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6BE27B0-803D-B310-1630-58518375CE28}"/>
              </a:ext>
            </a:extLst>
          </p:cNvPr>
          <p:cNvSpPr txBox="1"/>
          <p:nvPr/>
        </p:nvSpPr>
        <p:spPr>
          <a:xfrm rot="19489932">
            <a:off x="6223477" y="4726363"/>
            <a:ext cx="676450" cy="287879"/>
          </a:xfrm>
          <a:prstGeom prst="rect">
            <a:avLst/>
          </a:prstGeom>
          <a:noFill/>
        </p:spPr>
        <p:txBody>
          <a:bodyPr wrap="square" lIns="0" tIns="0" rIns="0" bIns="45720" rtlCol="0">
            <a:prstTxWarp prst="textArchDown">
              <a:avLst>
                <a:gd name="adj" fmla="val 1027222"/>
              </a:avLst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t>Talent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F3444E8-69CB-A429-2F15-267FF646747E}"/>
              </a:ext>
            </a:extLst>
          </p:cNvPr>
          <p:cNvSpPr txBox="1"/>
          <p:nvPr/>
        </p:nvSpPr>
        <p:spPr>
          <a:xfrm rot="19789108">
            <a:off x="5109868" y="2894644"/>
            <a:ext cx="632559" cy="169113"/>
          </a:xfrm>
          <a:prstGeom prst="rect">
            <a:avLst/>
          </a:prstGeom>
          <a:noFill/>
        </p:spPr>
        <p:txBody>
          <a:bodyPr wrap="square" lIns="0" tIns="0" rIns="0" bIns="45720" rtlCol="0">
            <a:prstTxWarp prst="textArchUp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t>Financial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4256196-66BE-0C5E-9C5B-C494C24CEE78}"/>
              </a:ext>
            </a:extLst>
          </p:cNvPr>
          <p:cNvSpPr txBox="1"/>
          <p:nvPr/>
        </p:nvSpPr>
        <p:spPr>
          <a:xfrm rot="16200000">
            <a:off x="4580039" y="3832643"/>
            <a:ext cx="695542" cy="225090"/>
          </a:xfrm>
          <a:prstGeom prst="rect">
            <a:avLst/>
          </a:prstGeom>
          <a:noFill/>
        </p:spPr>
        <p:txBody>
          <a:bodyPr wrap="square" lIns="0" tIns="0" rIns="0" bIns="45720" rtlCol="0">
            <a:prstTxWarp prst="textArchUp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t>Custom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461D749-BFA1-F9E4-7914-D1F659A4D5F0}"/>
              </a:ext>
            </a:extLst>
          </p:cNvPr>
          <p:cNvSpPr txBox="1"/>
          <p:nvPr/>
        </p:nvSpPr>
        <p:spPr>
          <a:xfrm rot="1727231">
            <a:off x="6156349" y="2855392"/>
            <a:ext cx="765096" cy="287822"/>
          </a:xfrm>
          <a:prstGeom prst="rect">
            <a:avLst/>
          </a:prstGeom>
          <a:noFill/>
        </p:spPr>
        <p:txBody>
          <a:bodyPr wrap="square" lIns="0" tIns="0" rIns="0" bIns="45720" rtlCol="0">
            <a:prstTxWarp prst="textArchUp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t>Experience</a:t>
            </a: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6116DDCF-9E36-3E89-CDAD-CB2D116C8154}"/>
              </a:ext>
            </a:extLst>
          </p:cNvPr>
          <p:cNvSpPr>
            <a:spLocks noChangeAspect="1"/>
          </p:cNvSpPr>
          <p:nvPr/>
        </p:nvSpPr>
        <p:spPr>
          <a:xfrm>
            <a:off x="5394471" y="3280590"/>
            <a:ext cx="1246909" cy="1246909"/>
          </a:xfrm>
          <a:prstGeom prst="ellipse">
            <a:avLst/>
          </a:prstGeom>
          <a:solidFill>
            <a:schemeClr val="bg1"/>
          </a:solidFill>
          <a:ln w="38100">
            <a:gradFill flip="none" rotWithShape="1">
              <a:gsLst>
                <a:gs pos="80000">
                  <a:srgbClr val="595959"/>
                </a:gs>
                <a:gs pos="61000">
                  <a:srgbClr val="460071"/>
                </a:gs>
                <a:gs pos="41000">
                  <a:srgbClr val="7500C2"/>
                </a:gs>
                <a:gs pos="16000">
                  <a:srgbClr val="B45578"/>
                </a:gs>
                <a:gs pos="100000">
                  <a:srgbClr val="450073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D566579A-DB41-8198-6F29-8D8DA237F7A5}"/>
              </a:ext>
            </a:extLst>
          </p:cNvPr>
          <p:cNvSpPr txBox="1"/>
          <p:nvPr/>
        </p:nvSpPr>
        <p:spPr>
          <a:xfrm>
            <a:off x="5281652" y="3374729"/>
            <a:ext cx="1511658" cy="1305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2286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50073"/>
                </a:solidFill>
                <a:effectLst/>
                <a:uLnTx/>
                <a:uFillTx/>
                <a:latin typeface="Graphik Medium" panose="020B0503030202060203" pitchFamily="34" charset="77"/>
                <a:ea typeface="+mn-ea"/>
                <a:cs typeface="+mn-cs"/>
              </a:rPr>
              <a:t>360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450073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t>º</a:t>
            </a:r>
          </a:p>
          <a:p>
            <a:pPr marL="0" marR="0" lvl="0" indent="0" algn="ctr" defTabSz="2286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50073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t>value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50073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113" name="Freeform 177">
            <a:extLst>
              <a:ext uri="{FF2B5EF4-FFF2-40B4-BE49-F238E27FC236}">
                <a16:creationId xmlns:a16="http://schemas.microsoft.com/office/drawing/2014/main" id="{C3C21ED5-9166-9547-4295-596E1CACF0DB}"/>
              </a:ext>
            </a:extLst>
          </p:cNvPr>
          <p:cNvSpPr/>
          <p:nvPr/>
        </p:nvSpPr>
        <p:spPr>
          <a:xfrm>
            <a:off x="6085658" y="1502807"/>
            <a:ext cx="730366" cy="224143"/>
          </a:xfrm>
          <a:custGeom>
            <a:avLst/>
            <a:gdLst>
              <a:gd name="connsiteX0" fmla="*/ 730367 w 730366"/>
              <a:gd name="connsiteY0" fmla="*/ 133370 h 224143"/>
              <a:gd name="connsiteX1" fmla="*/ 0 w 730366"/>
              <a:gd name="connsiteY1" fmla="*/ 0 h 224143"/>
              <a:gd name="connsiteX2" fmla="*/ 0 w 730366"/>
              <a:gd name="connsiteY2" fmla="*/ 96605 h 224143"/>
              <a:gd name="connsiteX3" fmla="*/ 697278 w 730366"/>
              <a:gd name="connsiteY3" fmla="*/ 224143 h 22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0366" h="224143">
                <a:moveTo>
                  <a:pt x="730367" y="133370"/>
                </a:moveTo>
                <a:cubicBezTo>
                  <a:pt x="495296" y="51324"/>
                  <a:pt x="248897" y="6330"/>
                  <a:pt x="0" y="0"/>
                </a:cubicBezTo>
                <a:lnTo>
                  <a:pt x="0" y="96605"/>
                </a:lnTo>
                <a:cubicBezTo>
                  <a:pt x="237618" y="102847"/>
                  <a:pt x="472835" y="145870"/>
                  <a:pt x="697278" y="224143"/>
                </a:cubicBezTo>
                <a:close/>
              </a:path>
            </a:pathLst>
          </a:custGeom>
          <a:solidFill>
            <a:srgbClr val="A055F5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114" name="Graphic 113">
            <a:extLst>
              <a:ext uri="{FF2B5EF4-FFF2-40B4-BE49-F238E27FC236}">
                <a16:creationId xmlns:a16="http://schemas.microsoft.com/office/drawing/2014/main" id="{F0C1CB11-0F8A-9DEE-F3FC-DDD97F4D5A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6285" y="1464387"/>
            <a:ext cx="124878" cy="124878"/>
          </a:xfrm>
          <a:prstGeom prst="rect">
            <a:avLst/>
          </a:prstGeom>
        </p:spPr>
      </p:pic>
      <p:pic>
        <p:nvPicPr>
          <p:cNvPr id="115" name="Graphic 114">
            <a:extLst>
              <a:ext uri="{FF2B5EF4-FFF2-40B4-BE49-F238E27FC236}">
                <a16:creationId xmlns:a16="http://schemas.microsoft.com/office/drawing/2014/main" id="{899A7D3B-77D8-8458-B496-460D483973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4536" y="5401560"/>
            <a:ext cx="128377" cy="128377"/>
          </a:xfrm>
          <a:prstGeom prst="rect">
            <a:avLst/>
          </a:prstGeom>
        </p:spPr>
      </p:pic>
      <p:pic>
        <p:nvPicPr>
          <p:cNvPr id="116" name="Graphic 115">
            <a:extLst>
              <a:ext uri="{FF2B5EF4-FFF2-40B4-BE49-F238E27FC236}">
                <a16:creationId xmlns:a16="http://schemas.microsoft.com/office/drawing/2014/main" id="{36F6A9BD-E43C-96DF-B8DA-800FA3D663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6285" y="3043546"/>
            <a:ext cx="124878" cy="124878"/>
          </a:xfrm>
          <a:prstGeom prst="rect">
            <a:avLst/>
          </a:prstGeom>
        </p:spPr>
      </p:pic>
      <p:pic>
        <p:nvPicPr>
          <p:cNvPr id="117" name="Graphic 116">
            <a:extLst>
              <a:ext uri="{FF2B5EF4-FFF2-40B4-BE49-F238E27FC236}">
                <a16:creationId xmlns:a16="http://schemas.microsoft.com/office/drawing/2014/main" id="{900D44BC-D760-9AEB-D358-7BF129FCC1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6285" y="1628123"/>
            <a:ext cx="124878" cy="124878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3AFFBD0B-8C4D-38C3-F653-AFAB384610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6285" y="1781716"/>
            <a:ext cx="124878" cy="124878"/>
          </a:xfrm>
          <a:prstGeom prst="rect">
            <a:avLst/>
          </a:prstGeom>
        </p:spPr>
      </p:pic>
      <p:pic>
        <p:nvPicPr>
          <p:cNvPr id="119" name="Graphic 118">
            <a:extLst>
              <a:ext uri="{FF2B5EF4-FFF2-40B4-BE49-F238E27FC236}">
                <a16:creationId xmlns:a16="http://schemas.microsoft.com/office/drawing/2014/main" id="{BFC448D0-37E0-A903-7918-5B5140F304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6285" y="1926435"/>
            <a:ext cx="124878" cy="124878"/>
          </a:xfrm>
          <a:prstGeom prst="rect">
            <a:avLst/>
          </a:prstGeom>
        </p:spPr>
      </p:pic>
      <p:pic>
        <p:nvPicPr>
          <p:cNvPr id="120" name="Graphic 119">
            <a:extLst>
              <a:ext uri="{FF2B5EF4-FFF2-40B4-BE49-F238E27FC236}">
                <a16:creationId xmlns:a16="http://schemas.microsoft.com/office/drawing/2014/main" id="{9C5ED189-BED1-53A9-48EE-EF4BC18FAD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6285" y="3190909"/>
            <a:ext cx="124878" cy="124878"/>
          </a:xfrm>
          <a:prstGeom prst="rect">
            <a:avLst/>
          </a:prstGeom>
        </p:spPr>
      </p:pic>
      <p:pic>
        <p:nvPicPr>
          <p:cNvPr id="121" name="Graphic 120">
            <a:extLst>
              <a:ext uri="{FF2B5EF4-FFF2-40B4-BE49-F238E27FC236}">
                <a16:creationId xmlns:a16="http://schemas.microsoft.com/office/drawing/2014/main" id="{199F458B-7358-D0E8-3CD2-A36D81AED8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4536" y="5544971"/>
            <a:ext cx="128377" cy="128377"/>
          </a:xfrm>
          <a:prstGeom prst="rect">
            <a:avLst/>
          </a:prstGeom>
        </p:spPr>
      </p:pic>
      <p:sp>
        <p:nvSpPr>
          <p:cNvPr id="122" name="TextBox 121">
            <a:extLst>
              <a:ext uri="{FF2B5EF4-FFF2-40B4-BE49-F238E27FC236}">
                <a16:creationId xmlns:a16="http://schemas.microsoft.com/office/drawing/2014/main" id="{60E93508-F507-82AF-A698-DC77A7C2BCA8}"/>
              </a:ext>
            </a:extLst>
          </p:cNvPr>
          <p:cNvSpPr txBox="1"/>
          <p:nvPr/>
        </p:nvSpPr>
        <p:spPr>
          <a:xfrm>
            <a:off x="8601844" y="5337365"/>
            <a:ext cx="3209156" cy="803672"/>
          </a:xfrm>
          <a:prstGeom prst="rect">
            <a:avLst/>
          </a:prstGeom>
        </p:spPr>
        <p:txBody>
          <a:bodyPr vert="horz" wrap="square" lIns="0" tIns="72000" rIns="0" bIns="0" rtlCol="0">
            <a:spAutoFit/>
          </a:bodyPr>
          <a:lstStyle>
            <a:defPPr>
              <a:defRPr lang="en-US"/>
            </a:defPPr>
            <a:lvl1pPr marL="117475" marR="0" lvl="0" indent="-117475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sz="9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+mj-lt"/>
                <a:cs typeface="Arial" charset="0"/>
              </a:defRPr>
            </a:lvl1pPr>
          </a:lstStyle>
          <a:p>
            <a:pPr marL="117475" marR="0" lvl="0" indent="-1174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rPr>
              <a:t>Increase proficiency levels and close talent gaps in support of pivot towards XX to Africa:</a:t>
            </a:r>
          </a:p>
          <a:p>
            <a:pPr marL="227013" marR="0" lvl="0" indent="-10953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Graphik" panose="020B0503030202060203" pitchFamily="34" charset="0"/>
              <a:buChar char="–"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rPr>
              <a:t>New skilling (Data, Digital, Technology ….)</a:t>
            </a:r>
          </a:p>
          <a:p>
            <a:pPr marL="227013" marR="0" lvl="0" indent="-10953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Graphik" panose="020B0503030202060203" pitchFamily="34" charset="0"/>
              <a:buChar char="–"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rPr>
              <a:t>Skills Pivot (Sales)</a:t>
            </a:r>
          </a:p>
          <a:p>
            <a:pPr marL="117475" marR="0" lvl="0" indent="-1174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rPr>
              <a:t>Improve change adoption metrics for the Growth Model 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EEF9F86-0FBC-AC30-3EB6-E02B34F657AF}"/>
              </a:ext>
            </a:extLst>
          </p:cNvPr>
          <p:cNvSpPr txBox="1"/>
          <p:nvPr/>
        </p:nvSpPr>
        <p:spPr>
          <a:xfrm>
            <a:off x="8695021" y="1395221"/>
            <a:ext cx="3115979" cy="942172"/>
          </a:xfrm>
          <a:prstGeom prst="rect">
            <a:avLst/>
          </a:prstGeom>
        </p:spPr>
        <p:txBody>
          <a:bodyPr vert="horz" wrap="square" lIns="0" tIns="72000" rIns="0" bIns="0" rtlCol="0">
            <a:spAutoFit/>
          </a:bodyPr>
          <a:lstStyle>
            <a:defPPr>
              <a:defRPr lang="en-US"/>
            </a:defPPr>
            <a:lvl1pPr marL="117475" marR="0" lvl="0" indent="-117475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sz="9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+mj-lt"/>
                <a:cs typeface="Arial" charset="0"/>
              </a:defRPr>
            </a:lvl1pPr>
          </a:lstStyle>
          <a:p>
            <a:pPr marL="117475" marR="0" lvl="0" indent="-1174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rPr>
              <a:t>Improved Customer Experience through CCL; XX  Data and Insights</a:t>
            </a:r>
          </a:p>
          <a:p>
            <a:pPr marL="117475" marR="0" lvl="0" indent="-1174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000000"/>
                </a:solidFill>
                <a:latin typeface="Graphik"/>
              </a:rPr>
              <a:t>Increased trade lanes across RoA providing more reach and access for MNCs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Arial" charset="0"/>
            </a:endParaRPr>
          </a:p>
          <a:p>
            <a:pPr marL="117475" marR="0" lvl="0" indent="-1174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rPr>
              <a:t>ERP modernization</a:t>
            </a:r>
          </a:p>
          <a:p>
            <a:pPr marL="117475" marR="0" lvl="0" indent="-1174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000000"/>
                </a:solidFill>
                <a:latin typeface="Graphik"/>
              </a:rPr>
              <a:t>OIF; HCM; Procurement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Arial" charset="0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2D2F6B0-7D8A-73D4-A224-174198883712}"/>
              </a:ext>
            </a:extLst>
          </p:cNvPr>
          <p:cNvSpPr txBox="1"/>
          <p:nvPr/>
        </p:nvSpPr>
        <p:spPr>
          <a:xfrm>
            <a:off x="8695021" y="3064102"/>
            <a:ext cx="3115980" cy="1573114"/>
          </a:xfrm>
          <a:prstGeom prst="rect">
            <a:avLst/>
          </a:prstGeom>
        </p:spPr>
        <p:txBody>
          <a:bodyPr vert="horz" wrap="square" lIns="0" tIns="72000" rIns="0" bIns="0" rtlCol="0">
            <a:spAutoFit/>
          </a:bodyPr>
          <a:lstStyle>
            <a:defPPr>
              <a:defRPr lang="en-US"/>
            </a:defPPr>
            <a:lvl1pPr marL="117475" marR="0" lvl="0" indent="-117475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sz="9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+mj-lt"/>
                <a:cs typeface="Arial" charset="0"/>
              </a:defRPr>
            </a:lvl1pPr>
          </a:lstStyle>
          <a:p>
            <a:pPr marL="117475" marR="0" lvl="0" indent="-1174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rPr>
              <a:t>Environment:</a:t>
            </a:r>
            <a:endParaRPr lang="en-US" dirty="0">
              <a:solidFill>
                <a:srgbClr val="000000"/>
              </a:solidFill>
              <a:latin typeface="Graphik"/>
            </a:endParaRPr>
          </a:p>
          <a:p>
            <a:pPr marL="227013" marR="0" lvl="0" indent="-10953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Graphik" panose="020B0503030202060203" pitchFamily="34" charset="0"/>
              <a:buChar char="–"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rPr>
              <a:t>Pilot Hydro-carbon fleet</a:t>
            </a:r>
          </a:p>
          <a:p>
            <a:pPr marL="227013" marR="0" lvl="0" indent="-10953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Graphik" panose="020B0503030202060203" pitchFamily="34" charset="0"/>
              <a:buChar char="–"/>
              <a:tabLst/>
              <a:defRPr/>
            </a:pPr>
            <a:r>
              <a:rPr lang="en-US" dirty="0">
                <a:solidFill>
                  <a:srgbClr val="000000"/>
                </a:solidFill>
                <a:latin typeface="Graphik"/>
              </a:rPr>
              <a:t>ESG client partnerships </a:t>
            </a:r>
          </a:p>
          <a:p>
            <a:pPr marL="227013" marR="0" lvl="0" indent="-10953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Graphik" panose="020B0503030202060203" pitchFamily="34" charset="0"/>
              <a:buChar char="–"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rPr>
              <a:t>Integrated ESG data management </a:t>
            </a:r>
          </a:p>
          <a:p>
            <a:pPr marL="227013" marR="0" lvl="0" indent="-10953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Graphik" panose="020B0503030202060203" pitchFamily="34" charset="0"/>
              <a:buChar char="–"/>
              <a:tabLst/>
              <a:defRPr/>
            </a:pPr>
            <a:r>
              <a:rPr lang="en-US" dirty="0">
                <a:solidFill>
                  <a:srgbClr val="000000"/>
                </a:solidFill>
                <a:latin typeface="Graphik"/>
              </a:rPr>
              <a:t>Intelligent Energy Management (clean energy)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Arial" charset="0"/>
            </a:endParaRPr>
          </a:p>
          <a:p>
            <a:pPr marL="117475" marR="0" lvl="0" indent="-1174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rPr>
              <a:t>Social: </a:t>
            </a:r>
          </a:p>
          <a:p>
            <a:pPr marL="227013" lvl="0" indent="-109538">
              <a:spcAft>
                <a:spcPts val="100"/>
              </a:spcAft>
              <a:buFont typeface="Graphik" panose="020B0503030202060203" pitchFamily="34" charset="0"/>
              <a:buChar char="–"/>
              <a:defRPr/>
            </a:pPr>
            <a:r>
              <a:rPr lang="en-US" dirty="0">
                <a:solidFill>
                  <a:srgbClr val="000000"/>
                </a:solidFill>
                <a:latin typeface="Graphik"/>
              </a:rPr>
              <a:t>Comprehensive ESD strategy</a:t>
            </a:r>
          </a:p>
          <a:p>
            <a:pPr marL="227013" lvl="0" indent="-109538">
              <a:spcAft>
                <a:spcPts val="100"/>
              </a:spcAft>
              <a:buFont typeface="Graphik" panose="020B0503030202060203" pitchFamily="34" charset="0"/>
              <a:buChar char="–"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rPr>
              <a:t>Responsible sour</a:t>
            </a:r>
            <a:r>
              <a:rPr lang="en-US" dirty="0" err="1">
                <a:solidFill>
                  <a:srgbClr val="000000"/>
                </a:solidFill>
                <a:latin typeface="Graphik"/>
              </a:rPr>
              <a:t>cing</a:t>
            </a:r>
            <a:r>
              <a:rPr lang="en-US" dirty="0">
                <a:solidFill>
                  <a:srgbClr val="000000"/>
                </a:solidFill>
                <a:latin typeface="Graphik"/>
              </a:rPr>
              <a:t> strategy </a:t>
            </a:r>
          </a:p>
          <a:p>
            <a:pPr marL="227013" lvl="0" indent="-109538">
              <a:spcAft>
                <a:spcPts val="100"/>
              </a:spcAft>
              <a:buFont typeface="Graphik" panose="020B0503030202060203" pitchFamily="34" charset="0"/>
              <a:buChar char="–"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rPr>
              <a:t>Waste Management strategy</a:t>
            </a:r>
          </a:p>
          <a:p>
            <a:pPr marL="227013" lvl="0" indent="-109538">
              <a:spcAft>
                <a:spcPts val="100"/>
              </a:spcAft>
              <a:buFont typeface="Graphik" panose="020B0503030202060203" pitchFamily="34" charset="0"/>
              <a:buChar char="–"/>
              <a:defRPr/>
            </a:pPr>
            <a:r>
              <a:rPr lang="en-US" dirty="0">
                <a:solidFill>
                  <a:srgbClr val="000000"/>
                </a:solidFill>
                <a:latin typeface="Graphik"/>
              </a:rPr>
              <a:t>Refresh and Align CSI spend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52CF5DEF-38D8-2608-B394-CADCCCD3C266}"/>
              </a:ext>
            </a:extLst>
          </p:cNvPr>
          <p:cNvSpPr txBox="1"/>
          <p:nvPr/>
        </p:nvSpPr>
        <p:spPr>
          <a:xfrm>
            <a:off x="8606334" y="2762766"/>
            <a:ext cx="2520000" cy="301336"/>
          </a:xfrm>
          <a:prstGeom prst="rect">
            <a:avLst/>
          </a:prstGeom>
        </p:spPr>
        <p:txBody>
          <a:bodyPr vert="horz" wrap="square" lIns="0" tIns="0" rIns="0" bIns="46800" rtlCol="0">
            <a:noAutofit/>
          </a:bodyPr>
          <a:lstStyle>
            <a:defPPr>
              <a:defRPr lang="en-US"/>
            </a:defPPr>
            <a:lvl1pPr fontAlgn="base">
              <a:spcBef>
                <a:spcPct val="0"/>
              </a:spcBef>
              <a:spcAft>
                <a:spcPts val="200"/>
              </a:spcAft>
              <a:defRPr sz="1600" b="1">
                <a:latin typeface="+mj-lt"/>
                <a:cs typeface="Arial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rPr>
              <a:t>Sustainability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C23F8CD-5C68-6479-541D-6946145D5FF0}"/>
              </a:ext>
            </a:extLst>
          </p:cNvPr>
          <p:cNvSpPr txBox="1"/>
          <p:nvPr/>
        </p:nvSpPr>
        <p:spPr>
          <a:xfrm>
            <a:off x="8606334" y="1115145"/>
            <a:ext cx="2520000" cy="280076"/>
          </a:xfrm>
          <a:prstGeom prst="rect">
            <a:avLst/>
          </a:prstGeom>
        </p:spPr>
        <p:txBody>
          <a:bodyPr vert="horz" wrap="square" lIns="0" tIns="0" rIns="0" bIns="46800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rPr>
              <a:t>Experience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215B4187-F064-6127-E49C-C30CB7B65771}"/>
              </a:ext>
            </a:extLst>
          </p:cNvPr>
          <p:cNvSpPr txBox="1"/>
          <p:nvPr/>
        </p:nvSpPr>
        <p:spPr>
          <a:xfrm>
            <a:off x="8606334" y="5050483"/>
            <a:ext cx="2520000" cy="286882"/>
          </a:xfrm>
          <a:prstGeom prst="rect">
            <a:avLst/>
          </a:prstGeom>
        </p:spPr>
        <p:txBody>
          <a:bodyPr vert="horz" wrap="square" lIns="0" tIns="0" rIns="0" bIns="46800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rPr>
              <a:t>Talent</a:t>
            </a:r>
          </a:p>
        </p:txBody>
      </p:sp>
      <p:pic>
        <p:nvPicPr>
          <p:cNvPr id="128" name="Graphic 127">
            <a:extLst>
              <a:ext uri="{FF2B5EF4-FFF2-40B4-BE49-F238E27FC236}">
                <a16:creationId xmlns:a16="http://schemas.microsoft.com/office/drawing/2014/main" id="{FCEA0A1B-00E0-E6EC-7DC8-5A04914AC5D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25451" y="3154167"/>
            <a:ext cx="128566" cy="128566"/>
          </a:xfrm>
          <a:prstGeom prst="rect">
            <a:avLst/>
          </a:prstGeom>
        </p:spPr>
      </p:pic>
      <p:pic>
        <p:nvPicPr>
          <p:cNvPr id="129" name="Graphic 128">
            <a:extLst>
              <a:ext uri="{FF2B5EF4-FFF2-40B4-BE49-F238E27FC236}">
                <a16:creationId xmlns:a16="http://schemas.microsoft.com/office/drawing/2014/main" id="{FDF14005-1BDE-B460-1C55-BAE866CA052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33251" y="5423007"/>
            <a:ext cx="126613" cy="126613"/>
          </a:xfrm>
          <a:prstGeom prst="rect">
            <a:avLst/>
          </a:prstGeom>
        </p:spPr>
      </p:pic>
      <p:pic>
        <p:nvPicPr>
          <p:cNvPr id="130" name="Graphic 129">
            <a:extLst>
              <a:ext uri="{FF2B5EF4-FFF2-40B4-BE49-F238E27FC236}">
                <a16:creationId xmlns:a16="http://schemas.microsoft.com/office/drawing/2014/main" id="{24595679-6163-4A4C-8C8F-0570F18AAC2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625093" y="1473689"/>
            <a:ext cx="129282" cy="129282"/>
          </a:xfrm>
          <a:prstGeom prst="rect">
            <a:avLst/>
          </a:prstGeom>
        </p:spPr>
      </p:pic>
      <p:pic>
        <p:nvPicPr>
          <p:cNvPr id="131" name="Graphic 130">
            <a:extLst>
              <a:ext uri="{FF2B5EF4-FFF2-40B4-BE49-F238E27FC236}">
                <a16:creationId xmlns:a16="http://schemas.microsoft.com/office/drawing/2014/main" id="{0EDCC4A7-2D4D-5820-DB2E-50C8D39B142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625093" y="1752426"/>
            <a:ext cx="129282" cy="129282"/>
          </a:xfrm>
          <a:prstGeom prst="rect">
            <a:avLst/>
          </a:prstGeom>
        </p:spPr>
      </p:pic>
      <p:pic>
        <p:nvPicPr>
          <p:cNvPr id="132" name="Graphic 131">
            <a:extLst>
              <a:ext uri="{FF2B5EF4-FFF2-40B4-BE49-F238E27FC236}">
                <a16:creationId xmlns:a16="http://schemas.microsoft.com/office/drawing/2014/main" id="{FD1D7351-0009-C4C8-17D1-17EEA1FEBCB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625093" y="2035425"/>
            <a:ext cx="129282" cy="129282"/>
          </a:xfrm>
          <a:prstGeom prst="rect">
            <a:avLst/>
          </a:prstGeom>
        </p:spPr>
      </p:pic>
      <p:pic>
        <p:nvPicPr>
          <p:cNvPr id="133" name="Graphic 132">
            <a:extLst>
              <a:ext uri="{FF2B5EF4-FFF2-40B4-BE49-F238E27FC236}">
                <a16:creationId xmlns:a16="http://schemas.microsoft.com/office/drawing/2014/main" id="{79154DE3-FEC8-2212-1083-C34B0300532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625093" y="2183635"/>
            <a:ext cx="129282" cy="129282"/>
          </a:xfrm>
          <a:prstGeom prst="rect">
            <a:avLst/>
          </a:prstGeom>
        </p:spPr>
      </p:pic>
      <p:pic>
        <p:nvPicPr>
          <p:cNvPr id="134" name="Graphic 133">
            <a:extLst>
              <a:ext uri="{FF2B5EF4-FFF2-40B4-BE49-F238E27FC236}">
                <a16:creationId xmlns:a16="http://schemas.microsoft.com/office/drawing/2014/main" id="{505ACF15-44B2-7FD5-B7B8-373AE4701D8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25451" y="3897568"/>
            <a:ext cx="128566" cy="128566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193F7FCC-ADDC-AD41-1387-5D58BF1B84A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33251" y="6014087"/>
            <a:ext cx="126613" cy="126613"/>
          </a:xfrm>
          <a:prstGeom prst="rect">
            <a:avLst/>
          </a:prstGeom>
        </p:spPr>
      </p:pic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15FD1EA9-860A-64C6-5634-40CF846E7578}"/>
              </a:ext>
            </a:extLst>
          </p:cNvPr>
          <p:cNvCxnSpPr>
            <a:cxnSpLocks/>
          </p:cNvCxnSpPr>
          <p:nvPr/>
        </p:nvCxnSpPr>
        <p:spPr>
          <a:xfrm>
            <a:off x="8411109" y="3064102"/>
            <a:ext cx="3415417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7FBC77BD-F832-D81F-A8D1-FF99846BF794}"/>
              </a:ext>
            </a:extLst>
          </p:cNvPr>
          <p:cNvCxnSpPr>
            <a:cxnSpLocks/>
          </p:cNvCxnSpPr>
          <p:nvPr/>
        </p:nvCxnSpPr>
        <p:spPr>
          <a:xfrm>
            <a:off x="8121966" y="5337365"/>
            <a:ext cx="3689034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3E0BBE4A-DCDA-5BC8-653D-A3BB46C075D2}"/>
              </a:ext>
            </a:extLst>
          </p:cNvPr>
          <p:cNvCxnSpPr>
            <a:cxnSpLocks/>
          </p:cNvCxnSpPr>
          <p:nvPr/>
        </p:nvCxnSpPr>
        <p:spPr>
          <a:xfrm>
            <a:off x="381000" y="2963540"/>
            <a:ext cx="3293367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2EBB5636-B49A-1B74-1206-17E3B6AAB3B8}"/>
              </a:ext>
            </a:extLst>
          </p:cNvPr>
          <p:cNvCxnSpPr>
            <a:cxnSpLocks/>
          </p:cNvCxnSpPr>
          <p:nvPr/>
        </p:nvCxnSpPr>
        <p:spPr>
          <a:xfrm>
            <a:off x="381000" y="5337365"/>
            <a:ext cx="3511919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6921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AB4E39-E30E-FE93-5468-AC30FEF3C9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D22CC-C406-A8CC-9585-FDF8E782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573F8-AB97-C846-60CB-202117F9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pt-BR" smtClean="0"/>
              <a:pPr/>
              <a:t>2</a:t>
            </a:fld>
            <a:endParaRPr lang="pt-BR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E802C8-6229-F9CD-D8EB-539C5F891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2760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centure Templat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Graphik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9EF807C2354943A31A31FB9E6B8A38" ma:contentTypeVersion="2" ma:contentTypeDescription="Create a new document." ma:contentTypeScope="" ma:versionID="f03a519f31e72ece704f842ab0e4ba72">
  <xsd:schema xmlns:xsd="http://www.w3.org/2001/XMLSchema" xmlns:xs="http://www.w3.org/2001/XMLSchema" xmlns:p="http://schemas.microsoft.com/office/2006/metadata/properties" xmlns:ns2="5d757215-fbc3-4533-822f-84ec73f97a40" targetNamespace="http://schemas.microsoft.com/office/2006/metadata/properties" ma:root="true" ma:fieldsID="1cb72d0557a9ded9ba0b46b2c3d18190" ns2:_="">
    <xsd:import namespace="5d757215-fbc3-4533-822f-84ec73f97a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757215-fbc3-4533-822f-84ec73f97a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BFFC05-B2F6-4CED-BE65-F75B1EB7AD7B}">
  <ds:schemaRefs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f09dec34-126f-4759-b06d-a920de720ce4"/>
    <ds:schemaRef ds:uri="http://schemas.openxmlformats.org/package/2006/metadata/core-properties"/>
    <ds:schemaRef ds:uri="http://schemas.microsoft.com/office/infopath/2007/PartnerControls"/>
    <ds:schemaRef ds:uri="17c09f85-56e7-4417-b5d2-7fa4154de31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FB95095-D3DE-4DE5-BB17-E1EF8BB262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757215-fbc3-4533-822f-84ec73f97a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9831B46-6CD1-40D2-9FB5-3E58559F90A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Acc_PPT_Template_Graphik</Template>
  <TotalTime>68</TotalTime>
  <Words>195</Words>
  <Application>Microsoft Office PowerPoint</Application>
  <PresentationFormat>Widescreen</PresentationFormat>
  <Paragraphs>63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Graphik</vt:lpstr>
      <vt:lpstr>Graphik Light</vt:lpstr>
      <vt:lpstr>Graphik Medium</vt:lpstr>
      <vt:lpstr>Graphik Semibold</vt:lpstr>
      <vt:lpstr>Accenture Template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Accenture PowerPoint Template 16x9 Graphik</dc:subject>
  <dc:creator>Graciotti, Brenno</dc:creator>
  <cp:lastModifiedBy>Graciotti, Brenno</cp:lastModifiedBy>
  <cp:revision>5</cp:revision>
  <cp:lastPrinted>2020-11-17T04:05:48Z</cp:lastPrinted>
  <dcterms:created xsi:type="dcterms:W3CDTF">2023-07-17T21:32:38Z</dcterms:created>
  <dcterms:modified xsi:type="dcterms:W3CDTF">2025-11-25T13:13:13Z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0x010100339EF807C2354943A31A31FB9E6B8A38</vt:lpwstr>
  </property>
</Properties>
</file>