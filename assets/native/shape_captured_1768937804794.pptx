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1/20/2026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EA6B5C-D3A5-5949-1692-6C571AE9680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AC4DB6-8660-E693-0591-7E2614ECD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02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4F5FC3-E264-6466-8E7B-7C61D1F7CA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08CE2E-FC97-EA24-7799-2046C4DD0A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C6C895C-EF7F-9442-FF18-BD501FABEB2D}"/>
              </a:ext>
            </a:extLst>
          </p:cNvPr>
          <p:cNvGrpSpPr/>
          <p:nvPr/>
        </p:nvGrpSpPr>
        <p:grpSpPr>
          <a:xfrm>
            <a:off x="0" y="1500452"/>
            <a:ext cx="12191995" cy="5186100"/>
            <a:chOff x="0" y="1500452"/>
            <a:chExt cx="12191995" cy="5186100"/>
          </a:xfrm>
        </p:grpSpPr>
        <p:sp>
          <p:nvSpPr>
            <p:cNvPr id="5" name="Rounded Rectangle">
              <a:extLst>
                <a:ext uri="{FF2B5EF4-FFF2-40B4-BE49-F238E27FC236}">
                  <a16:creationId xmlns:a16="http://schemas.microsoft.com/office/drawing/2014/main" id="{D7896C9C-6249-55DE-6C73-800FBEA628BB}"/>
                </a:ext>
              </a:extLst>
            </p:cNvPr>
            <p:cNvSpPr/>
            <p:nvPr/>
          </p:nvSpPr>
          <p:spPr>
            <a:xfrm>
              <a:off x="461435" y="1508239"/>
              <a:ext cx="2628820" cy="3636000"/>
            </a:xfrm>
            <a:prstGeom prst="roundRect">
              <a:avLst>
                <a:gd name="adj" fmla="val 4146"/>
              </a:avLst>
            </a:prstGeom>
            <a:solidFill>
              <a:srgbClr val="FFFFFF"/>
            </a:solidFill>
            <a:ln w="12700">
              <a:miter lim="400000"/>
            </a:ln>
            <a:effectLst>
              <a:outerShdw blurRad="1270000" dist="556810" dir="2700000" rotWithShape="0">
                <a:srgbClr val="000000">
                  <a:alpha val="14648"/>
                </a:srgb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" name="Rounded Rectangle">
              <a:extLst>
                <a:ext uri="{FF2B5EF4-FFF2-40B4-BE49-F238E27FC236}">
                  <a16:creationId xmlns:a16="http://schemas.microsoft.com/office/drawing/2014/main" id="{080E6ACA-E047-0283-270C-6586C07613E2}"/>
                </a:ext>
              </a:extLst>
            </p:cNvPr>
            <p:cNvSpPr/>
            <p:nvPr/>
          </p:nvSpPr>
          <p:spPr>
            <a:xfrm>
              <a:off x="461435" y="1500452"/>
              <a:ext cx="2628820" cy="1872092"/>
            </a:xfrm>
            <a:prstGeom prst="roundRect">
              <a:avLst>
                <a:gd name="adj" fmla="val 4711"/>
              </a:avLst>
            </a:prstGeom>
            <a:solidFill>
              <a:srgbClr val="460073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203B0336-8BBE-AF8D-ED98-B2165F127D66}"/>
                </a:ext>
              </a:extLst>
            </p:cNvPr>
            <p:cNvSpPr/>
            <p:nvPr/>
          </p:nvSpPr>
          <p:spPr>
            <a:xfrm>
              <a:off x="6293523" y="1988703"/>
              <a:ext cx="2628820" cy="1379398"/>
            </a:xfrm>
            <a:prstGeom prst="rect">
              <a:avLst/>
            </a:prstGeom>
            <a:solidFill>
              <a:srgbClr val="A055F5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8" name="Estratégias e consultoria setorial e de funções de negócio">
              <a:extLst>
                <a:ext uri="{FF2B5EF4-FFF2-40B4-BE49-F238E27FC236}">
                  <a16:creationId xmlns:a16="http://schemas.microsoft.com/office/drawing/2014/main" id="{11F8D45E-F147-2155-3D72-9055310D8788}"/>
                </a:ext>
              </a:extLst>
            </p:cNvPr>
            <p:cNvSpPr txBox="1"/>
            <p:nvPr/>
          </p:nvSpPr>
          <p:spPr>
            <a:xfrm>
              <a:off x="526311" y="3434049"/>
              <a:ext cx="2427696" cy="16326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lnSpc>
                  <a:spcPct val="120000"/>
                </a:lnSpc>
                <a:defRPr sz="2600" spc="-52">
                  <a:latin typeface="Graphik"/>
                  <a:ea typeface="Graphik"/>
                  <a:cs typeface="Graphik"/>
                  <a:sym typeface="Graphik"/>
                </a:defRPr>
              </a:lvl1pPr>
            </a:lstStyle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Estratégia de Negócios / Tecnologia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Consultoria por Indústria / Função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Assessoria de Tecnologia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Inteligência Aplicada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Núcleos de Inovação</a:t>
              </a:r>
            </a:p>
          </p:txBody>
        </p:sp>
        <p:sp>
          <p:nvSpPr>
            <p:cNvPr id="9" name="Rounded Rectangle">
              <a:extLst>
                <a:ext uri="{FF2B5EF4-FFF2-40B4-BE49-F238E27FC236}">
                  <a16:creationId xmlns:a16="http://schemas.microsoft.com/office/drawing/2014/main" id="{AB0560F7-8CC3-EE4E-4B58-09B774C2975D}"/>
                </a:ext>
              </a:extLst>
            </p:cNvPr>
            <p:cNvSpPr/>
            <p:nvPr/>
          </p:nvSpPr>
          <p:spPr>
            <a:xfrm>
              <a:off x="6288445" y="1508239"/>
              <a:ext cx="2628820" cy="3636000"/>
            </a:xfrm>
            <a:prstGeom prst="roundRect">
              <a:avLst>
                <a:gd name="adj" fmla="val 4146"/>
              </a:avLst>
            </a:prstGeom>
            <a:solidFill>
              <a:srgbClr val="FFFFFF"/>
            </a:solidFill>
            <a:ln w="12700">
              <a:miter lim="400000"/>
            </a:ln>
            <a:effectLst>
              <a:outerShdw blurRad="1270000" dist="556810" dir="2700000" rotWithShape="0">
                <a:srgbClr val="000000">
                  <a:alpha val="14648"/>
                </a:srgb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10" name="Rounded Rectangle">
              <a:extLst>
                <a:ext uri="{FF2B5EF4-FFF2-40B4-BE49-F238E27FC236}">
                  <a16:creationId xmlns:a16="http://schemas.microsoft.com/office/drawing/2014/main" id="{46A90B4B-6BB3-B7A8-7CD2-89A53B65C14B}"/>
                </a:ext>
              </a:extLst>
            </p:cNvPr>
            <p:cNvSpPr/>
            <p:nvPr/>
          </p:nvSpPr>
          <p:spPr>
            <a:xfrm>
              <a:off x="6293523" y="1512049"/>
              <a:ext cx="2628820" cy="1860496"/>
            </a:xfrm>
            <a:prstGeom prst="roundRect">
              <a:avLst>
                <a:gd name="adj" fmla="val 5385"/>
              </a:avLst>
            </a:prstGeom>
            <a:solidFill>
              <a:srgbClr val="A055F5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11" name="Strategy &amp; Consulting">
              <a:extLst>
                <a:ext uri="{FF2B5EF4-FFF2-40B4-BE49-F238E27FC236}">
                  <a16:creationId xmlns:a16="http://schemas.microsoft.com/office/drawing/2014/main" id="{26F1AE0E-8E0A-3214-0855-48AFB0D5423A}"/>
                </a:ext>
              </a:extLst>
            </p:cNvPr>
            <p:cNvSpPr txBox="1"/>
            <p:nvPr/>
          </p:nvSpPr>
          <p:spPr>
            <a:xfrm>
              <a:off x="523762" y="1531088"/>
              <a:ext cx="2567788" cy="37959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50800" tIns="50800" rIns="50800" bIns="50800">
              <a:spAutoFit/>
            </a:bodyPr>
            <a:lstStyle>
              <a:lvl1pPr algn="l">
                <a:defRPr sz="3200" spc="-64">
                  <a:solidFill>
                    <a:srgbClr val="F0EDED"/>
                  </a:solidFill>
                </a:defRPr>
              </a:lvl1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-64" normalizeH="0" baseline="0" noProof="0">
                  <a:ln>
                    <a:noFill/>
                  </a:ln>
                  <a:solidFill>
                    <a:srgbClr val="F0EDED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Strategy &amp; Consulting</a:t>
              </a:r>
            </a:p>
          </p:txBody>
        </p:sp>
        <p:sp>
          <p:nvSpPr>
            <p:cNvPr id="12" name="Operations">
              <a:extLst>
                <a:ext uri="{FF2B5EF4-FFF2-40B4-BE49-F238E27FC236}">
                  <a16:creationId xmlns:a16="http://schemas.microsoft.com/office/drawing/2014/main" id="{35398CEF-8309-B141-03D9-462421A5BAFA}"/>
                </a:ext>
              </a:extLst>
            </p:cNvPr>
            <p:cNvSpPr txBox="1"/>
            <p:nvPr/>
          </p:nvSpPr>
          <p:spPr>
            <a:xfrm>
              <a:off x="6473925" y="1531088"/>
              <a:ext cx="2268017" cy="37959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 algn="l">
                <a:defRPr sz="3200" spc="-64">
                  <a:solidFill>
                    <a:srgbClr val="F0EDED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-64" normalizeH="0" baseline="0" noProof="0">
                  <a:ln>
                    <a:noFill/>
                  </a:ln>
                  <a:solidFill>
                    <a:srgbClr val="F0EDED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Operations</a:t>
              </a:r>
            </a:p>
          </p:txBody>
        </p:sp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83DB0F4A-E656-A6D4-8164-FA9262937FE9}"/>
                </a:ext>
              </a:extLst>
            </p:cNvPr>
            <p:cNvSpPr/>
            <p:nvPr/>
          </p:nvSpPr>
          <p:spPr>
            <a:xfrm>
              <a:off x="6505121" y="3025182"/>
              <a:ext cx="2195468" cy="174924"/>
            </a:xfrm>
            <a:prstGeom prst="rect">
              <a:avLst/>
            </a:prstGeom>
            <a:solidFill>
              <a:srgbClr val="F0EDED">
                <a:alpha val="8175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BB5457A3-3297-E76A-9192-C8E28F8AEA5A}"/>
                </a:ext>
              </a:extLst>
            </p:cNvPr>
            <p:cNvSpPr/>
            <p:nvPr/>
          </p:nvSpPr>
          <p:spPr>
            <a:xfrm>
              <a:off x="6505121" y="2706203"/>
              <a:ext cx="2195468" cy="174924"/>
            </a:xfrm>
            <a:prstGeom prst="rect">
              <a:avLst/>
            </a:prstGeom>
            <a:solidFill>
              <a:srgbClr val="F0EDED">
                <a:alpha val="6466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C4B212D6-2222-F897-4168-07DE1F196B95}"/>
                </a:ext>
              </a:extLst>
            </p:cNvPr>
            <p:cNvSpPr/>
            <p:nvPr/>
          </p:nvSpPr>
          <p:spPr>
            <a:xfrm>
              <a:off x="6505121" y="2387224"/>
              <a:ext cx="2195468" cy="174924"/>
            </a:xfrm>
            <a:prstGeom prst="rect">
              <a:avLst/>
            </a:prstGeom>
            <a:solidFill>
              <a:srgbClr val="F0EDED">
                <a:alpha val="40866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16" name="Rectangle">
              <a:extLst>
                <a:ext uri="{FF2B5EF4-FFF2-40B4-BE49-F238E27FC236}">
                  <a16:creationId xmlns:a16="http://schemas.microsoft.com/office/drawing/2014/main" id="{D30D2355-70C6-91C5-FFF4-A73F441C5420}"/>
                </a:ext>
              </a:extLst>
            </p:cNvPr>
            <p:cNvSpPr/>
            <p:nvPr/>
          </p:nvSpPr>
          <p:spPr>
            <a:xfrm>
              <a:off x="6505121" y="2068245"/>
              <a:ext cx="2195468" cy="174924"/>
            </a:xfrm>
            <a:prstGeom prst="rect">
              <a:avLst/>
            </a:prstGeom>
            <a:solidFill>
              <a:srgbClr val="F0EDED">
                <a:alpha val="19672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17" name="Rounded Rectangle">
              <a:extLst>
                <a:ext uri="{FF2B5EF4-FFF2-40B4-BE49-F238E27FC236}">
                  <a16:creationId xmlns:a16="http://schemas.microsoft.com/office/drawing/2014/main" id="{A130C6C3-7782-D95D-BB4E-C18DE8CBE8AA}"/>
                </a:ext>
              </a:extLst>
            </p:cNvPr>
            <p:cNvSpPr/>
            <p:nvPr/>
          </p:nvSpPr>
          <p:spPr>
            <a:xfrm>
              <a:off x="9201949" y="1508239"/>
              <a:ext cx="2628820" cy="3636000"/>
            </a:xfrm>
            <a:prstGeom prst="roundRect">
              <a:avLst>
                <a:gd name="adj" fmla="val 4146"/>
              </a:avLst>
            </a:prstGeom>
            <a:solidFill>
              <a:srgbClr val="FFFFFF"/>
            </a:solidFill>
            <a:ln w="12700">
              <a:miter lim="400000"/>
            </a:ln>
            <a:effectLst>
              <a:outerShdw blurRad="1270000" dist="556810" dir="2700000" rotWithShape="0">
                <a:srgbClr val="000000">
                  <a:alpha val="14648"/>
                </a:srgb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18" name="Rounded Rectangle">
              <a:extLst>
                <a:ext uri="{FF2B5EF4-FFF2-40B4-BE49-F238E27FC236}">
                  <a16:creationId xmlns:a16="http://schemas.microsoft.com/office/drawing/2014/main" id="{98BCB6D7-1C2D-97E5-A5F9-4C95CC84C040}"/>
                </a:ext>
              </a:extLst>
            </p:cNvPr>
            <p:cNvSpPr/>
            <p:nvPr/>
          </p:nvSpPr>
          <p:spPr>
            <a:xfrm>
              <a:off x="9201949" y="1501802"/>
              <a:ext cx="2628820" cy="1915934"/>
            </a:xfrm>
            <a:prstGeom prst="roundRect">
              <a:avLst>
                <a:gd name="adj" fmla="val 4711"/>
              </a:avLst>
            </a:prstGeom>
            <a:solidFill>
              <a:srgbClr val="A100FF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r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19" name="Technology">
              <a:extLst>
                <a:ext uri="{FF2B5EF4-FFF2-40B4-BE49-F238E27FC236}">
                  <a16:creationId xmlns:a16="http://schemas.microsoft.com/office/drawing/2014/main" id="{392BCB97-5BDD-D927-A18F-624D845988AA}"/>
                </a:ext>
              </a:extLst>
            </p:cNvPr>
            <p:cNvSpPr txBox="1"/>
            <p:nvPr/>
          </p:nvSpPr>
          <p:spPr>
            <a:xfrm>
              <a:off x="9382350" y="1535640"/>
              <a:ext cx="2268017" cy="37959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 algn="l">
                <a:defRPr sz="3200" spc="-64">
                  <a:solidFill>
                    <a:srgbClr val="F0EDED"/>
                  </a:solidFill>
                </a:defRPr>
              </a:lvl1pPr>
            </a:lstStyle>
            <a:p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-64" normalizeH="0" baseline="0" noProof="0">
                  <a:ln>
                    <a:noFill/>
                  </a:ln>
                  <a:solidFill>
                    <a:srgbClr val="F0EDED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Technology</a:t>
              </a:r>
            </a:p>
          </p:txBody>
        </p:sp>
        <p:sp>
          <p:nvSpPr>
            <p:cNvPr id="20" name="Rectangle">
              <a:extLst>
                <a:ext uri="{FF2B5EF4-FFF2-40B4-BE49-F238E27FC236}">
                  <a16:creationId xmlns:a16="http://schemas.microsoft.com/office/drawing/2014/main" id="{485C7658-AB35-1BC3-4E19-BE5113085EE1}"/>
                </a:ext>
              </a:extLst>
            </p:cNvPr>
            <p:cNvSpPr/>
            <p:nvPr/>
          </p:nvSpPr>
          <p:spPr>
            <a:xfrm>
              <a:off x="9455771" y="3081305"/>
              <a:ext cx="161326" cy="165606"/>
            </a:xfrm>
            <a:prstGeom prst="rect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1" name="Rectangle">
              <a:extLst>
                <a:ext uri="{FF2B5EF4-FFF2-40B4-BE49-F238E27FC236}">
                  <a16:creationId xmlns:a16="http://schemas.microsoft.com/office/drawing/2014/main" id="{7D192B74-B329-C4C6-BBE5-8F4D653BA616}"/>
                </a:ext>
              </a:extLst>
            </p:cNvPr>
            <p:cNvSpPr/>
            <p:nvPr/>
          </p:nvSpPr>
          <p:spPr>
            <a:xfrm>
              <a:off x="9782413" y="3081305"/>
              <a:ext cx="161326" cy="165606"/>
            </a:xfrm>
            <a:prstGeom prst="rect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2" name="Rectangle">
              <a:extLst>
                <a:ext uri="{FF2B5EF4-FFF2-40B4-BE49-F238E27FC236}">
                  <a16:creationId xmlns:a16="http://schemas.microsoft.com/office/drawing/2014/main" id="{A371DAD3-7BE7-1502-92DD-239FF14613DA}"/>
                </a:ext>
              </a:extLst>
            </p:cNvPr>
            <p:cNvSpPr/>
            <p:nvPr/>
          </p:nvSpPr>
          <p:spPr>
            <a:xfrm>
              <a:off x="10109054" y="3081305"/>
              <a:ext cx="161326" cy="165606"/>
            </a:xfrm>
            <a:prstGeom prst="rect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3" name="Rectangle">
              <a:extLst>
                <a:ext uri="{FF2B5EF4-FFF2-40B4-BE49-F238E27FC236}">
                  <a16:creationId xmlns:a16="http://schemas.microsoft.com/office/drawing/2014/main" id="{80180D10-4333-71AD-AB74-0FC0997D3492}"/>
                </a:ext>
              </a:extLst>
            </p:cNvPr>
            <p:cNvSpPr/>
            <p:nvPr/>
          </p:nvSpPr>
          <p:spPr>
            <a:xfrm>
              <a:off x="10109054" y="2779318"/>
              <a:ext cx="161326" cy="165606"/>
            </a:xfrm>
            <a:prstGeom prst="rect">
              <a:avLst/>
            </a:prstGeom>
            <a:solidFill>
              <a:srgbClr val="F0EDED">
                <a:alpha val="646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07C13B96-13FA-B00C-6160-3C3AF7CE6EA1}"/>
                </a:ext>
              </a:extLst>
            </p:cNvPr>
            <p:cNvSpPr/>
            <p:nvPr/>
          </p:nvSpPr>
          <p:spPr>
            <a:xfrm>
              <a:off x="10435697" y="3081305"/>
              <a:ext cx="161326" cy="165606"/>
            </a:xfrm>
            <a:prstGeom prst="rect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5" name="Rectangle">
              <a:extLst>
                <a:ext uri="{FF2B5EF4-FFF2-40B4-BE49-F238E27FC236}">
                  <a16:creationId xmlns:a16="http://schemas.microsoft.com/office/drawing/2014/main" id="{75B6F873-CEFB-0CA5-46B2-813958BFD2AE}"/>
                </a:ext>
              </a:extLst>
            </p:cNvPr>
            <p:cNvSpPr/>
            <p:nvPr/>
          </p:nvSpPr>
          <p:spPr>
            <a:xfrm>
              <a:off x="10435697" y="2779318"/>
              <a:ext cx="161326" cy="165606"/>
            </a:xfrm>
            <a:prstGeom prst="rect">
              <a:avLst/>
            </a:prstGeom>
            <a:solidFill>
              <a:srgbClr val="F0EDED">
                <a:alpha val="646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7258FB59-4352-803E-0CB5-B678EAEE83DD}"/>
                </a:ext>
              </a:extLst>
            </p:cNvPr>
            <p:cNvSpPr/>
            <p:nvPr/>
          </p:nvSpPr>
          <p:spPr>
            <a:xfrm>
              <a:off x="10762338" y="3081305"/>
              <a:ext cx="161326" cy="165606"/>
            </a:xfrm>
            <a:prstGeom prst="rect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7" name="Rectangle">
              <a:extLst>
                <a:ext uri="{FF2B5EF4-FFF2-40B4-BE49-F238E27FC236}">
                  <a16:creationId xmlns:a16="http://schemas.microsoft.com/office/drawing/2014/main" id="{1D397C56-F6EA-E328-C2ED-CD0E013AF0EA}"/>
                </a:ext>
              </a:extLst>
            </p:cNvPr>
            <p:cNvSpPr/>
            <p:nvPr/>
          </p:nvSpPr>
          <p:spPr>
            <a:xfrm>
              <a:off x="10762338" y="2779318"/>
              <a:ext cx="161326" cy="165606"/>
            </a:xfrm>
            <a:prstGeom prst="rect">
              <a:avLst/>
            </a:prstGeom>
            <a:solidFill>
              <a:srgbClr val="F0EDED">
                <a:alpha val="646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8" name="Rectangle">
              <a:extLst>
                <a:ext uri="{FF2B5EF4-FFF2-40B4-BE49-F238E27FC236}">
                  <a16:creationId xmlns:a16="http://schemas.microsoft.com/office/drawing/2014/main" id="{20712770-F159-D179-3126-2BABFFCEB1AD}"/>
                </a:ext>
              </a:extLst>
            </p:cNvPr>
            <p:cNvSpPr/>
            <p:nvPr/>
          </p:nvSpPr>
          <p:spPr>
            <a:xfrm>
              <a:off x="10762338" y="2477330"/>
              <a:ext cx="161326" cy="165606"/>
            </a:xfrm>
            <a:prstGeom prst="rect">
              <a:avLst/>
            </a:prstGeom>
            <a:solidFill>
              <a:srgbClr val="F0EDED">
                <a:alpha val="40866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1B4C1A09-0667-4F3F-8238-11FDF73A10B1}"/>
                </a:ext>
              </a:extLst>
            </p:cNvPr>
            <p:cNvSpPr/>
            <p:nvPr/>
          </p:nvSpPr>
          <p:spPr>
            <a:xfrm>
              <a:off x="11088980" y="3081305"/>
              <a:ext cx="161326" cy="165606"/>
            </a:xfrm>
            <a:prstGeom prst="rect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0" name="Rectangle">
              <a:extLst>
                <a:ext uri="{FF2B5EF4-FFF2-40B4-BE49-F238E27FC236}">
                  <a16:creationId xmlns:a16="http://schemas.microsoft.com/office/drawing/2014/main" id="{5680B283-D808-66D9-A208-E9E1CEF237E0}"/>
                </a:ext>
              </a:extLst>
            </p:cNvPr>
            <p:cNvSpPr/>
            <p:nvPr/>
          </p:nvSpPr>
          <p:spPr>
            <a:xfrm>
              <a:off x="11088980" y="2779318"/>
              <a:ext cx="161326" cy="165606"/>
            </a:xfrm>
            <a:prstGeom prst="rect">
              <a:avLst/>
            </a:prstGeom>
            <a:solidFill>
              <a:srgbClr val="F0EDED">
                <a:alpha val="646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1" name="Rectangle">
              <a:extLst>
                <a:ext uri="{FF2B5EF4-FFF2-40B4-BE49-F238E27FC236}">
                  <a16:creationId xmlns:a16="http://schemas.microsoft.com/office/drawing/2014/main" id="{AF721082-436A-C33D-02C7-455105A8ACEF}"/>
                </a:ext>
              </a:extLst>
            </p:cNvPr>
            <p:cNvSpPr/>
            <p:nvPr/>
          </p:nvSpPr>
          <p:spPr>
            <a:xfrm>
              <a:off x="11088980" y="2477330"/>
              <a:ext cx="161326" cy="165606"/>
            </a:xfrm>
            <a:prstGeom prst="rect">
              <a:avLst/>
            </a:prstGeom>
            <a:solidFill>
              <a:srgbClr val="F0EDED">
                <a:alpha val="40866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2" name="Rectangle">
              <a:extLst>
                <a:ext uri="{FF2B5EF4-FFF2-40B4-BE49-F238E27FC236}">
                  <a16:creationId xmlns:a16="http://schemas.microsoft.com/office/drawing/2014/main" id="{8F602889-D0C7-9D0A-343F-DEC5921F65CF}"/>
                </a:ext>
              </a:extLst>
            </p:cNvPr>
            <p:cNvSpPr/>
            <p:nvPr/>
          </p:nvSpPr>
          <p:spPr>
            <a:xfrm>
              <a:off x="11088980" y="2175342"/>
              <a:ext cx="161326" cy="165606"/>
            </a:xfrm>
            <a:prstGeom prst="rect">
              <a:avLst/>
            </a:prstGeom>
            <a:solidFill>
              <a:srgbClr val="F0EDED">
                <a:alpha val="19672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3" name="Rectangle">
              <a:extLst>
                <a:ext uri="{FF2B5EF4-FFF2-40B4-BE49-F238E27FC236}">
                  <a16:creationId xmlns:a16="http://schemas.microsoft.com/office/drawing/2014/main" id="{8BEAB13A-2E72-CAD6-C9F2-378EA5F4CB60}"/>
                </a:ext>
              </a:extLst>
            </p:cNvPr>
            <p:cNvSpPr/>
            <p:nvPr/>
          </p:nvSpPr>
          <p:spPr>
            <a:xfrm>
              <a:off x="11415621" y="3081305"/>
              <a:ext cx="161326" cy="165606"/>
            </a:xfrm>
            <a:prstGeom prst="rect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D86E17CE-CD73-DF91-6F8A-64AB54B924F2}"/>
                </a:ext>
              </a:extLst>
            </p:cNvPr>
            <p:cNvSpPr/>
            <p:nvPr/>
          </p:nvSpPr>
          <p:spPr>
            <a:xfrm>
              <a:off x="11415621" y="2779318"/>
              <a:ext cx="161326" cy="165606"/>
            </a:xfrm>
            <a:prstGeom prst="rect">
              <a:avLst/>
            </a:prstGeom>
            <a:solidFill>
              <a:srgbClr val="F0EDED">
                <a:alpha val="6466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5" name="Rectangle">
              <a:extLst>
                <a:ext uri="{FF2B5EF4-FFF2-40B4-BE49-F238E27FC236}">
                  <a16:creationId xmlns:a16="http://schemas.microsoft.com/office/drawing/2014/main" id="{E7C72B7B-8164-15BB-C17C-6BBD95F16A8A}"/>
                </a:ext>
              </a:extLst>
            </p:cNvPr>
            <p:cNvSpPr/>
            <p:nvPr/>
          </p:nvSpPr>
          <p:spPr>
            <a:xfrm>
              <a:off x="11415621" y="2477330"/>
              <a:ext cx="161326" cy="165606"/>
            </a:xfrm>
            <a:prstGeom prst="rect">
              <a:avLst/>
            </a:prstGeom>
            <a:solidFill>
              <a:srgbClr val="F0EDED">
                <a:alpha val="40866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6" name="Rectangle">
              <a:extLst>
                <a:ext uri="{FF2B5EF4-FFF2-40B4-BE49-F238E27FC236}">
                  <a16:creationId xmlns:a16="http://schemas.microsoft.com/office/drawing/2014/main" id="{1F9CDBA4-6953-9AF4-8508-A34880C4EEE2}"/>
                </a:ext>
              </a:extLst>
            </p:cNvPr>
            <p:cNvSpPr/>
            <p:nvPr/>
          </p:nvSpPr>
          <p:spPr>
            <a:xfrm>
              <a:off x="11415621" y="2175342"/>
              <a:ext cx="161326" cy="165606"/>
            </a:xfrm>
            <a:prstGeom prst="rect">
              <a:avLst/>
            </a:prstGeom>
            <a:solidFill>
              <a:srgbClr val="F0EDED">
                <a:alpha val="19672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7" name="Rounded Rectangle">
              <a:extLst>
                <a:ext uri="{FF2B5EF4-FFF2-40B4-BE49-F238E27FC236}">
                  <a16:creationId xmlns:a16="http://schemas.microsoft.com/office/drawing/2014/main" id="{B3716275-7C42-F715-A944-9BE9F7D7F0FE}"/>
                </a:ext>
              </a:extLst>
            </p:cNvPr>
            <p:cNvSpPr/>
            <p:nvPr/>
          </p:nvSpPr>
          <p:spPr>
            <a:xfrm>
              <a:off x="3374940" y="1508239"/>
              <a:ext cx="2628820" cy="3636000"/>
            </a:xfrm>
            <a:prstGeom prst="roundRect">
              <a:avLst>
                <a:gd name="adj" fmla="val 4146"/>
              </a:avLst>
            </a:prstGeom>
            <a:solidFill>
              <a:srgbClr val="FFFFFF"/>
            </a:solidFill>
            <a:ln w="12700">
              <a:miter lim="400000"/>
            </a:ln>
            <a:effectLst>
              <a:outerShdw blurRad="1270000" dist="556810" dir="2700000" rotWithShape="0">
                <a:srgbClr val="000000">
                  <a:alpha val="14648"/>
                </a:srgbClr>
              </a:outerShdw>
            </a:effectLst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38" name="Rounded Rectangle">
              <a:extLst>
                <a:ext uri="{FF2B5EF4-FFF2-40B4-BE49-F238E27FC236}">
                  <a16:creationId xmlns:a16="http://schemas.microsoft.com/office/drawing/2014/main" id="{8A859981-196F-163A-6B32-97C437D09A17}"/>
                </a:ext>
              </a:extLst>
            </p:cNvPr>
            <p:cNvSpPr/>
            <p:nvPr/>
          </p:nvSpPr>
          <p:spPr>
            <a:xfrm>
              <a:off x="3374940" y="1501802"/>
              <a:ext cx="2628820" cy="1915934"/>
            </a:xfrm>
            <a:prstGeom prst="roundRect">
              <a:avLst>
                <a:gd name="adj" fmla="val 4711"/>
              </a:avLst>
            </a:prstGeom>
            <a:solidFill>
              <a:srgbClr val="7500C0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ctr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endParaRPr>
            </a:p>
          </p:txBody>
        </p:sp>
        <p:sp>
          <p:nvSpPr>
            <p:cNvPr id="39" name="Interactive">
              <a:extLst>
                <a:ext uri="{FF2B5EF4-FFF2-40B4-BE49-F238E27FC236}">
                  <a16:creationId xmlns:a16="http://schemas.microsoft.com/office/drawing/2014/main" id="{32EE8F3E-DC6C-659B-D5FA-BD08E30945CD}"/>
                </a:ext>
              </a:extLst>
            </p:cNvPr>
            <p:cNvSpPr txBox="1"/>
            <p:nvPr/>
          </p:nvSpPr>
          <p:spPr>
            <a:xfrm>
              <a:off x="3555341" y="1535639"/>
              <a:ext cx="2268017" cy="37959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 algn="l">
                <a:defRPr sz="3200" spc="-64">
                  <a:solidFill>
                    <a:srgbClr val="F0EDED"/>
                  </a:solidFill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800" b="1" i="0" u="none" strike="noStrike" kern="1200" cap="none" spc="-64" normalizeH="0" baseline="0" noProof="0">
                  <a:ln>
                    <a:noFill/>
                  </a:ln>
                  <a:solidFill>
                    <a:srgbClr val="F0EDED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rPr>
                <a:t>Song </a:t>
              </a:r>
              <a:endParaRPr kumimoji="0" lang="pt-BR" sz="1800" b="0" i="1" u="none" strike="noStrike" kern="1200" cap="none" spc="-64" normalizeH="0" baseline="0" noProof="0">
                <a:ln>
                  <a:noFill/>
                </a:ln>
                <a:solidFill>
                  <a:srgbClr val="F0EDED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40" name="Circle">
              <a:extLst>
                <a:ext uri="{FF2B5EF4-FFF2-40B4-BE49-F238E27FC236}">
                  <a16:creationId xmlns:a16="http://schemas.microsoft.com/office/drawing/2014/main" id="{71F845C1-CAE7-617D-CDD7-29DE4721BF5F}"/>
                </a:ext>
              </a:extLst>
            </p:cNvPr>
            <p:cNvSpPr/>
            <p:nvPr/>
          </p:nvSpPr>
          <p:spPr>
            <a:xfrm>
              <a:off x="4895029" y="3061689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1" name="Circle">
              <a:extLst>
                <a:ext uri="{FF2B5EF4-FFF2-40B4-BE49-F238E27FC236}">
                  <a16:creationId xmlns:a16="http://schemas.microsoft.com/office/drawing/2014/main" id="{15A40E0A-284D-284A-21E3-3652A2FCF40A}"/>
                </a:ext>
              </a:extLst>
            </p:cNvPr>
            <p:cNvSpPr/>
            <p:nvPr/>
          </p:nvSpPr>
          <p:spPr>
            <a:xfrm>
              <a:off x="4579472" y="3061689"/>
              <a:ext cx="219757" cy="203952"/>
            </a:xfrm>
            <a:prstGeom prst="ellipse">
              <a:avLst/>
            </a:prstGeom>
            <a:solidFill>
              <a:srgbClr val="460073">
                <a:alpha val="21551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2" name="Circle">
              <a:extLst>
                <a:ext uri="{FF2B5EF4-FFF2-40B4-BE49-F238E27FC236}">
                  <a16:creationId xmlns:a16="http://schemas.microsoft.com/office/drawing/2014/main" id="{CD1CB128-A2E9-49B7-74A8-E00321CBCA11}"/>
                </a:ext>
              </a:extLst>
            </p:cNvPr>
            <p:cNvSpPr/>
            <p:nvPr/>
          </p:nvSpPr>
          <p:spPr>
            <a:xfrm>
              <a:off x="4263914" y="3061689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3" name="Circle">
              <a:extLst>
                <a:ext uri="{FF2B5EF4-FFF2-40B4-BE49-F238E27FC236}">
                  <a16:creationId xmlns:a16="http://schemas.microsoft.com/office/drawing/2014/main" id="{5D6EB674-FCC6-F8A0-F80D-AA6973E56FC2}"/>
                </a:ext>
              </a:extLst>
            </p:cNvPr>
            <p:cNvSpPr/>
            <p:nvPr/>
          </p:nvSpPr>
          <p:spPr>
            <a:xfrm>
              <a:off x="3948356" y="3061689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4" name="Circle">
              <a:extLst>
                <a:ext uri="{FF2B5EF4-FFF2-40B4-BE49-F238E27FC236}">
                  <a16:creationId xmlns:a16="http://schemas.microsoft.com/office/drawing/2014/main" id="{85486650-DC91-1F07-7766-BD041F108C61}"/>
                </a:ext>
              </a:extLst>
            </p:cNvPr>
            <p:cNvSpPr/>
            <p:nvPr/>
          </p:nvSpPr>
          <p:spPr>
            <a:xfrm>
              <a:off x="3632798" y="3061689"/>
              <a:ext cx="219757" cy="203952"/>
            </a:xfrm>
            <a:prstGeom prst="ellipse">
              <a:avLst/>
            </a:prstGeom>
            <a:solidFill>
              <a:srgbClr val="460073">
                <a:alpha val="21551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5" name="Circle">
              <a:extLst>
                <a:ext uri="{FF2B5EF4-FFF2-40B4-BE49-F238E27FC236}">
                  <a16:creationId xmlns:a16="http://schemas.microsoft.com/office/drawing/2014/main" id="{F1828E71-B9CB-9FF7-BB43-D8CA1A155F93}"/>
                </a:ext>
              </a:extLst>
            </p:cNvPr>
            <p:cNvSpPr/>
            <p:nvPr/>
          </p:nvSpPr>
          <p:spPr>
            <a:xfrm>
              <a:off x="4894794" y="2759702"/>
              <a:ext cx="219757" cy="203952"/>
            </a:xfrm>
            <a:prstGeom prst="ellipse">
              <a:avLst/>
            </a:prstGeom>
            <a:solidFill>
              <a:srgbClr val="460073">
                <a:alpha val="21551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6" name="Circle">
              <a:extLst>
                <a:ext uri="{FF2B5EF4-FFF2-40B4-BE49-F238E27FC236}">
                  <a16:creationId xmlns:a16="http://schemas.microsoft.com/office/drawing/2014/main" id="{4A0D1FD3-FD26-1151-4889-FA47C3A835CB}"/>
                </a:ext>
              </a:extLst>
            </p:cNvPr>
            <p:cNvSpPr/>
            <p:nvPr/>
          </p:nvSpPr>
          <p:spPr>
            <a:xfrm>
              <a:off x="4579237" y="2759702"/>
              <a:ext cx="219757" cy="203952"/>
            </a:xfrm>
            <a:prstGeom prst="ellipse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7" name="Circle">
              <a:extLst>
                <a:ext uri="{FF2B5EF4-FFF2-40B4-BE49-F238E27FC236}">
                  <a16:creationId xmlns:a16="http://schemas.microsoft.com/office/drawing/2014/main" id="{056C9E1D-4F58-16F9-56B9-F10F2E765C05}"/>
                </a:ext>
              </a:extLst>
            </p:cNvPr>
            <p:cNvSpPr/>
            <p:nvPr/>
          </p:nvSpPr>
          <p:spPr>
            <a:xfrm>
              <a:off x="4263679" y="2759702"/>
              <a:ext cx="219757" cy="203952"/>
            </a:xfrm>
            <a:prstGeom prst="ellipse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8" name="Circle">
              <a:extLst>
                <a:ext uri="{FF2B5EF4-FFF2-40B4-BE49-F238E27FC236}">
                  <a16:creationId xmlns:a16="http://schemas.microsoft.com/office/drawing/2014/main" id="{02E24263-BBF7-FADA-AB48-711B82F1EE9D}"/>
                </a:ext>
              </a:extLst>
            </p:cNvPr>
            <p:cNvSpPr/>
            <p:nvPr/>
          </p:nvSpPr>
          <p:spPr>
            <a:xfrm>
              <a:off x="3948121" y="2759702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49" name="Circle">
              <a:extLst>
                <a:ext uri="{FF2B5EF4-FFF2-40B4-BE49-F238E27FC236}">
                  <a16:creationId xmlns:a16="http://schemas.microsoft.com/office/drawing/2014/main" id="{629D7221-B23B-CD56-4977-31F763E8A571}"/>
                </a:ext>
              </a:extLst>
            </p:cNvPr>
            <p:cNvSpPr/>
            <p:nvPr/>
          </p:nvSpPr>
          <p:spPr>
            <a:xfrm>
              <a:off x="3632563" y="2759702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0" name="Circle">
              <a:extLst>
                <a:ext uri="{FF2B5EF4-FFF2-40B4-BE49-F238E27FC236}">
                  <a16:creationId xmlns:a16="http://schemas.microsoft.com/office/drawing/2014/main" id="{12D2189A-1AC7-D850-DCB9-BC83DF477C4D}"/>
                </a:ext>
              </a:extLst>
            </p:cNvPr>
            <p:cNvSpPr/>
            <p:nvPr/>
          </p:nvSpPr>
          <p:spPr>
            <a:xfrm>
              <a:off x="4895029" y="2457714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1" name="Circle">
              <a:extLst>
                <a:ext uri="{FF2B5EF4-FFF2-40B4-BE49-F238E27FC236}">
                  <a16:creationId xmlns:a16="http://schemas.microsoft.com/office/drawing/2014/main" id="{E28A6CD5-7205-DCB4-BE2D-066F162960FE}"/>
                </a:ext>
              </a:extLst>
            </p:cNvPr>
            <p:cNvSpPr/>
            <p:nvPr/>
          </p:nvSpPr>
          <p:spPr>
            <a:xfrm>
              <a:off x="4579472" y="2457714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2" name="Circle">
              <a:extLst>
                <a:ext uri="{FF2B5EF4-FFF2-40B4-BE49-F238E27FC236}">
                  <a16:creationId xmlns:a16="http://schemas.microsoft.com/office/drawing/2014/main" id="{A6CBF2DB-D881-B9A1-CA98-5E35AA27503F}"/>
                </a:ext>
              </a:extLst>
            </p:cNvPr>
            <p:cNvSpPr/>
            <p:nvPr/>
          </p:nvSpPr>
          <p:spPr>
            <a:xfrm>
              <a:off x="4263914" y="2457714"/>
              <a:ext cx="219757" cy="203952"/>
            </a:xfrm>
            <a:prstGeom prst="ellipse">
              <a:avLst/>
            </a:prstGeom>
            <a:solidFill>
              <a:srgbClr val="460073">
                <a:alpha val="21551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3" name="Circle">
              <a:extLst>
                <a:ext uri="{FF2B5EF4-FFF2-40B4-BE49-F238E27FC236}">
                  <a16:creationId xmlns:a16="http://schemas.microsoft.com/office/drawing/2014/main" id="{AAC99698-DFA9-92A9-0C60-05F4CC14941A}"/>
                </a:ext>
              </a:extLst>
            </p:cNvPr>
            <p:cNvSpPr/>
            <p:nvPr/>
          </p:nvSpPr>
          <p:spPr>
            <a:xfrm>
              <a:off x="3948356" y="2457714"/>
              <a:ext cx="219757" cy="203952"/>
            </a:xfrm>
            <a:prstGeom prst="ellipse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4" name="Circle">
              <a:extLst>
                <a:ext uri="{FF2B5EF4-FFF2-40B4-BE49-F238E27FC236}">
                  <a16:creationId xmlns:a16="http://schemas.microsoft.com/office/drawing/2014/main" id="{1E987271-F5BE-70E9-103E-22F8C9400699}"/>
                </a:ext>
              </a:extLst>
            </p:cNvPr>
            <p:cNvSpPr/>
            <p:nvPr/>
          </p:nvSpPr>
          <p:spPr>
            <a:xfrm>
              <a:off x="3632798" y="2457714"/>
              <a:ext cx="219757" cy="203952"/>
            </a:xfrm>
            <a:prstGeom prst="ellipse">
              <a:avLst/>
            </a:prstGeom>
            <a:solidFill>
              <a:srgbClr val="460073">
                <a:alpha val="21551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5" name="Circle">
              <a:extLst>
                <a:ext uri="{FF2B5EF4-FFF2-40B4-BE49-F238E27FC236}">
                  <a16:creationId xmlns:a16="http://schemas.microsoft.com/office/drawing/2014/main" id="{CC4FDD94-9E28-D39F-EF3B-76C74CBC22AA}"/>
                </a:ext>
              </a:extLst>
            </p:cNvPr>
            <p:cNvSpPr/>
            <p:nvPr/>
          </p:nvSpPr>
          <p:spPr>
            <a:xfrm>
              <a:off x="5526144" y="3061689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6" name="Circle">
              <a:extLst>
                <a:ext uri="{FF2B5EF4-FFF2-40B4-BE49-F238E27FC236}">
                  <a16:creationId xmlns:a16="http://schemas.microsoft.com/office/drawing/2014/main" id="{F98E15A1-5131-F1E6-D534-15F74DA6B82B}"/>
                </a:ext>
              </a:extLst>
            </p:cNvPr>
            <p:cNvSpPr/>
            <p:nvPr/>
          </p:nvSpPr>
          <p:spPr>
            <a:xfrm>
              <a:off x="5210587" y="3061689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7" name="Circle">
              <a:extLst>
                <a:ext uri="{FF2B5EF4-FFF2-40B4-BE49-F238E27FC236}">
                  <a16:creationId xmlns:a16="http://schemas.microsoft.com/office/drawing/2014/main" id="{75C93986-F451-8319-BB3F-E6CF4DEDCCCE}"/>
                </a:ext>
              </a:extLst>
            </p:cNvPr>
            <p:cNvSpPr/>
            <p:nvPr/>
          </p:nvSpPr>
          <p:spPr>
            <a:xfrm>
              <a:off x="5525908" y="2759703"/>
              <a:ext cx="219757" cy="203952"/>
            </a:xfrm>
            <a:prstGeom prst="ellipse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8" name="Circle">
              <a:extLst>
                <a:ext uri="{FF2B5EF4-FFF2-40B4-BE49-F238E27FC236}">
                  <a16:creationId xmlns:a16="http://schemas.microsoft.com/office/drawing/2014/main" id="{8A92933D-8FCA-2DF8-126C-8C6A6ECFBD41}"/>
                </a:ext>
              </a:extLst>
            </p:cNvPr>
            <p:cNvSpPr/>
            <p:nvPr/>
          </p:nvSpPr>
          <p:spPr>
            <a:xfrm>
              <a:off x="5210352" y="2759703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59" name="Circle">
              <a:extLst>
                <a:ext uri="{FF2B5EF4-FFF2-40B4-BE49-F238E27FC236}">
                  <a16:creationId xmlns:a16="http://schemas.microsoft.com/office/drawing/2014/main" id="{0AFAC036-0B1E-23B4-E30D-0A5F9BC1C915}"/>
                </a:ext>
              </a:extLst>
            </p:cNvPr>
            <p:cNvSpPr/>
            <p:nvPr/>
          </p:nvSpPr>
          <p:spPr>
            <a:xfrm>
              <a:off x="5526144" y="2457714"/>
              <a:ext cx="219757" cy="203952"/>
            </a:xfrm>
            <a:prstGeom prst="ellipse">
              <a:avLst/>
            </a:prstGeom>
            <a:solidFill>
              <a:srgbClr val="460073">
                <a:alpha val="21551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0" name="Circle">
              <a:extLst>
                <a:ext uri="{FF2B5EF4-FFF2-40B4-BE49-F238E27FC236}">
                  <a16:creationId xmlns:a16="http://schemas.microsoft.com/office/drawing/2014/main" id="{FDB04142-C5A8-F5B9-BAC5-CD4DB924B2F6}"/>
                </a:ext>
              </a:extLst>
            </p:cNvPr>
            <p:cNvSpPr/>
            <p:nvPr/>
          </p:nvSpPr>
          <p:spPr>
            <a:xfrm>
              <a:off x="5210587" y="2457714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1" name="Circle">
              <a:extLst>
                <a:ext uri="{FF2B5EF4-FFF2-40B4-BE49-F238E27FC236}">
                  <a16:creationId xmlns:a16="http://schemas.microsoft.com/office/drawing/2014/main" id="{B9E56E9D-C8D8-8F89-0BF1-6809DC26A20C}"/>
                </a:ext>
              </a:extLst>
            </p:cNvPr>
            <p:cNvSpPr/>
            <p:nvPr/>
          </p:nvSpPr>
          <p:spPr>
            <a:xfrm>
              <a:off x="4579472" y="2155726"/>
              <a:ext cx="219757" cy="203952"/>
            </a:xfrm>
            <a:prstGeom prst="ellipse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2" name="Circle">
              <a:extLst>
                <a:ext uri="{FF2B5EF4-FFF2-40B4-BE49-F238E27FC236}">
                  <a16:creationId xmlns:a16="http://schemas.microsoft.com/office/drawing/2014/main" id="{115B9854-E242-3E84-4249-B33CCD8FB109}"/>
                </a:ext>
              </a:extLst>
            </p:cNvPr>
            <p:cNvSpPr/>
            <p:nvPr/>
          </p:nvSpPr>
          <p:spPr>
            <a:xfrm>
              <a:off x="4263914" y="2155726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3" name="Circle">
              <a:extLst>
                <a:ext uri="{FF2B5EF4-FFF2-40B4-BE49-F238E27FC236}">
                  <a16:creationId xmlns:a16="http://schemas.microsoft.com/office/drawing/2014/main" id="{8C154B73-6EBB-19CA-4D28-4BA84E78E960}"/>
                </a:ext>
              </a:extLst>
            </p:cNvPr>
            <p:cNvSpPr/>
            <p:nvPr/>
          </p:nvSpPr>
          <p:spPr>
            <a:xfrm>
              <a:off x="3948356" y="2155726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4" name="Circle">
              <a:extLst>
                <a:ext uri="{FF2B5EF4-FFF2-40B4-BE49-F238E27FC236}">
                  <a16:creationId xmlns:a16="http://schemas.microsoft.com/office/drawing/2014/main" id="{5A6209F4-183F-E2CD-DFF3-685F1FF9DE62}"/>
                </a:ext>
              </a:extLst>
            </p:cNvPr>
            <p:cNvSpPr/>
            <p:nvPr/>
          </p:nvSpPr>
          <p:spPr>
            <a:xfrm>
              <a:off x="3632798" y="2155726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5" name="Circle">
              <a:extLst>
                <a:ext uri="{FF2B5EF4-FFF2-40B4-BE49-F238E27FC236}">
                  <a16:creationId xmlns:a16="http://schemas.microsoft.com/office/drawing/2014/main" id="{DC500595-E3E3-5B1D-D949-D8E9C3C3E00B}"/>
                </a:ext>
              </a:extLst>
            </p:cNvPr>
            <p:cNvSpPr/>
            <p:nvPr/>
          </p:nvSpPr>
          <p:spPr>
            <a:xfrm>
              <a:off x="5526144" y="2155726"/>
              <a:ext cx="219757" cy="203952"/>
            </a:xfrm>
            <a:prstGeom prst="ellipse">
              <a:avLst/>
            </a:prstGeom>
            <a:solidFill>
              <a:srgbClr val="460073">
                <a:alpha val="21551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6" name="Circle">
              <a:extLst>
                <a:ext uri="{FF2B5EF4-FFF2-40B4-BE49-F238E27FC236}">
                  <a16:creationId xmlns:a16="http://schemas.microsoft.com/office/drawing/2014/main" id="{0436D62F-1D86-872D-EA77-434B18536731}"/>
                </a:ext>
              </a:extLst>
            </p:cNvPr>
            <p:cNvSpPr/>
            <p:nvPr/>
          </p:nvSpPr>
          <p:spPr>
            <a:xfrm>
              <a:off x="5210587" y="2155726"/>
              <a:ext cx="219757" cy="203952"/>
            </a:xfrm>
            <a:prstGeom prst="ellipse">
              <a:avLst/>
            </a:prstGeom>
            <a:solidFill>
              <a:srgbClr val="F0EDED">
                <a:alpha val="81750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7" name="Circle">
              <a:extLst>
                <a:ext uri="{FF2B5EF4-FFF2-40B4-BE49-F238E27FC236}">
                  <a16:creationId xmlns:a16="http://schemas.microsoft.com/office/drawing/2014/main" id="{26C0BF6D-7DF6-34DE-5B17-45C04E776DF5}"/>
                </a:ext>
              </a:extLst>
            </p:cNvPr>
            <p:cNvSpPr/>
            <p:nvPr/>
          </p:nvSpPr>
          <p:spPr>
            <a:xfrm>
              <a:off x="4895029" y="2155726"/>
              <a:ext cx="219757" cy="203952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8" name="Circle">
              <a:extLst>
                <a:ext uri="{FF2B5EF4-FFF2-40B4-BE49-F238E27FC236}">
                  <a16:creationId xmlns:a16="http://schemas.microsoft.com/office/drawing/2014/main" id="{1A1B6C05-8191-B978-D4F1-A46AEC567B42}"/>
                </a:ext>
              </a:extLst>
            </p:cNvPr>
            <p:cNvSpPr/>
            <p:nvPr/>
          </p:nvSpPr>
          <p:spPr>
            <a:xfrm>
              <a:off x="1241810" y="2133815"/>
              <a:ext cx="1068069" cy="1047024"/>
            </a:xfrm>
            <a:prstGeom prst="ellipse">
              <a:avLst/>
            </a:prstGeom>
            <a:solidFill>
              <a:srgbClr val="F0EDED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69" name="Circle">
              <a:extLst>
                <a:ext uri="{FF2B5EF4-FFF2-40B4-BE49-F238E27FC236}">
                  <a16:creationId xmlns:a16="http://schemas.microsoft.com/office/drawing/2014/main" id="{725E0C6B-98DD-9752-C934-6E64197C741F}"/>
                </a:ext>
              </a:extLst>
            </p:cNvPr>
            <p:cNvSpPr/>
            <p:nvPr/>
          </p:nvSpPr>
          <p:spPr>
            <a:xfrm>
              <a:off x="1439989" y="2328089"/>
              <a:ext cx="671711" cy="658476"/>
            </a:xfrm>
            <a:prstGeom prst="ellipse">
              <a:avLst/>
            </a:prstGeom>
            <a:solidFill>
              <a:srgbClr val="F0EDED">
                <a:alpha val="1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70" name="Circle">
              <a:extLst>
                <a:ext uri="{FF2B5EF4-FFF2-40B4-BE49-F238E27FC236}">
                  <a16:creationId xmlns:a16="http://schemas.microsoft.com/office/drawing/2014/main" id="{64A4A7AE-1202-C3FF-82AE-06C89CA7EC60}"/>
                </a:ext>
              </a:extLst>
            </p:cNvPr>
            <p:cNvSpPr/>
            <p:nvPr/>
          </p:nvSpPr>
          <p:spPr>
            <a:xfrm>
              <a:off x="1654284" y="2538161"/>
              <a:ext cx="243121" cy="238331"/>
            </a:xfrm>
            <a:prstGeom prst="ellipse">
              <a:avLst/>
            </a:prstGeom>
            <a:solidFill>
              <a:srgbClr val="F0EDED">
                <a:alpha val="30413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marL="0" marR="0" lvl="0" indent="0" algn="l" defTabSz="8255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kumimoji="0" lang="pt-BR" sz="3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0"/>
                <a:sym typeface="Helvetica Neue Medium"/>
              </a:endParaRPr>
            </a:p>
          </p:txBody>
        </p:sp>
        <p:sp>
          <p:nvSpPr>
            <p:cNvPr id="71" name="Estratégias e consultoria setorial e de funções de negócio">
              <a:extLst>
                <a:ext uri="{FF2B5EF4-FFF2-40B4-BE49-F238E27FC236}">
                  <a16:creationId xmlns:a16="http://schemas.microsoft.com/office/drawing/2014/main" id="{6FF32EEE-4583-20FB-E3A0-3FEB141DE751}"/>
                </a:ext>
              </a:extLst>
            </p:cNvPr>
            <p:cNvSpPr txBox="1"/>
            <p:nvPr/>
          </p:nvSpPr>
          <p:spPr>
            <a:xfrm>
              <a:off x="3463468" y="3434049"/>
              <a:ext cx="2427696" cy="16326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lnSpc>
                  <a:spcPct val="120000"/>
                </a:lnSpc>
                <a:defRPr sz="2600" spc="-52">
                  <a:latin typeface="Graphik"/>
                  <a:ea typeface="Graphik"/>
                  <a:cs typeface="Graphik"/>
                  <a:sym typeface="Graphik"/>
                </a:defRPr>
              </a:lvl1pPr>
            </a:lstStyle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Estratégias de Criação, Mídia e Marketing 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Coordenação de Campanhas, Conteúdo &amp; Canais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Experiências Inovadoras 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Design de Crescimento, Produto &amp; Cultura</a:t>
              </a:r>
            </a:p>
          </p:txBody>
        </p:sp>
        <p:sp>
          <p:nvSpPr>
            <p:cNvPr id="72" name="Estratégias e consultoria setorial e de funções de negócio">
              <a:extLst>
                <a:ext uri="{FF2B5EF4-FFF2-40B4-BE49-F238E27FC236}">
                  <a16:creationId xmlns:a16="http://schemas.microsoft.com/office/drawing/2014/main" id="{9B7AE9A5-4754-3E5F-6185-F3BB12FFBCD7}"/>
                </a:ext>
              </a:extLst>
            </p:cNvPr>
            <p:cNvSpPr txBox="1"/>
            <p:nvPr/>
          </p:nvSpPr>
          <p:spPr>
            <a:xfrm>
              <a:off x="9302510" y="3434049"/>
              <a:ext cx="2427696" cy="141102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lnSpc>
                  <a:spcPct val="120000"/>
                </a:lnSpc>
                <a:defRPr sz="2600" spc="-52">
                  <a:latin typeface="Graphik"/>
                  <a:ea typeface="Graphik"/>
                  <a:cs typeface="Graphik"/>
                  <a:sym typeface="Graphik"/>
                </a:defRPr>
              </a:lvl1pPr>
            </a:lstStyle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Inteligência Artificial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Engenharia de Software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1200">
                  <a:solidFill>
                    <a:srgbClr val="000000"/>
                  </a:solidFill>
                </a:rPr>
                <a:t>Automação</a:t>
              </a:r>
              <a:endPara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endParaRP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Cloud &amp; Infraestrutura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Segurança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1200">
                  <a:solidFill>
                    <a:srgbClr val="000000"/>
                  </a:solidFill>
                </a:rPr>
                <a:t>Plataformas</a:t>
              </a:r>
              <a:endParaRPr kumimoji="0" lang="pt-BR" sz="1200" b="0" i="0" u="none" strike="noStrike" kern="1200" cap="none" spc="-52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sym typeface="Graphik"/>
              </a:endParaRPr>
            </a:p>
          </p:txBody>
        </p:sp>
        <p:sp>
          <p:nvSpPr>
            <p:cNvPr id="73" name="Estratégias e consultoria setorial e de funções de negócio">
              <a:extLst>
                <a:ext uri="{FF2B5EF4-FFF2-40B4-BE49-F238E27FC236}">
                  <a16:creationId xmlns:a16="http://schemas.microsoft.com/office/drawing/2014/main" id="{1A3A7872-08EC-6EAD-BD24-7844EECA45F4}"/>
                </a:ext>
              </a:extLst>
            </p:cNvPr>
            <p:cNvSpPr txBox="1"/>
            <p:nvPr/>
          </p:nvSpPr>
          <p:spPr>
            <a:xfrm>
              <a:off x="6389006" y="3434049"/>
              <a:ext cx="2427696" cy="16326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lIns="50800" tIns="50800" rIns="50800" bIns="50800">
              <a:spAutoFit/>
            </a:bodyPr>
            <a:lstStyle>
              <a:lvl1pPr>
                <a:lnSpc>
                  <a:spcPct val="120000"/>
                </a:lnSpc>
                <a:defRPr sz="2600" spc="-52">
                  <a:latin typeface="Graphik"/>
                  <a:ea typeface="Graphik"/>
                  <a:cs typeface="Graphik"/>
                  <a:sym typeface="Graphik"/>
                </a:defRPr>
              </a:lvl1pPr>
            </a:lstStyle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Business </a:t>
              </a:r>
              <a:r>
                <a:rPr kumimoji="0" lang="pt-BR" sz="1200" b="0" i="0" u="none" strike="noStrike" kern="1200" cap="none" spc="-52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Functions</a:t>
              </a: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 as a </a:t>
              </a:r>
              <a:r>
                <a:rPr kumimoji="0" lang="pt-BR" sz="1200" b="0" i="0" u="none" strike="noStrike" kern="1200" cap="none" spc="-52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servic</a:t>
              </a:r>
              <a:r>
                <a:rPr lang="pt-BR" sz="1200">
                  <a:solidFill>
                    <a:srgbClr val="000000"/>
                  </a:solidFill>
                </a:rPr>
                <a:t>e: </a:t>
              </a: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Finanças &amp; Contabilidade, </a:t>
              </a:r>
              <a:r>
                <a:rPr kumimoji="0" lang="pt-BR" sz="1200" b="0" i="0" u="none" strike="noStrike" kern="1200" cap="none" spc="-52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Procurement</a:t>
              </a: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, Marketing, HR, etc.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1200" b="0" i="0" u="none" strike="noStrike" kern="1200" cap="none" spc="-52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sym typeface="Graphik"/>
                </a:rPr>
                <a:t>Serviços de Processamento de Negócios (BPS) </a:t>
              </a:r>
            </a:p>
            <a:p>
              <a:pPr marL="144000" marR="0" lvl="0" indent="-144000" algn="l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1200">
                  <a:solidFill>
                    <a:srgbClr val="000000"/>
                  </a:solidFill>
                </a:rPr>
                <a:t>Outsourcing</a:t>
              </a:r>
            </a:p>
          </p:txBody>
        </p:sp>
        <p:sp>
          <p:nvSpPr>
            <p:cNvPr id="74" name="Rounded Rectangle 74">
              <a:extLst>
                <a:ext uri="{FF2B5EF4-FFF2-40B4-BE49-F238E27FC236}">
                  <a16:creationId xmlns:a16="http://schemas.microsoft.com/office/drawing/2014/main" id="{D9683309-BAAD-A844-1636-A6A33B602C7F}"/>
                </a:ext>
              </a:extLst>
            </p:cNvPr>
            <p:cNvSpPr/>
            <p:nvPr/>
          </p:nvSpPr>
          <p:spPr>
            <a:xfrm>
              <a:off x="0" y="5312669"/>
              <a:ext cx="12191995" cy="460339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100000">
                  <a:schemeClr val="accent6">
                    <a:lumMod val="25000"/>
                  </a:schemeClr>
                </a:gs>
                <a:gs pos="45000">
                  <a:schemeClr val="accent6">
                    <a:lumMod val="75000"/>
                  </a:schemeClr>
                </a:gs>
                <a:gs pos="20000">
                  <a:schemeClr val="accent1">
                    <a:lumMod val="45000"/>
                    <a:lumOff val="55000"/>
                  </a:schemeClr>
                </a:gs>
                <a:gs pos="9000">
                  <a:schemeClr val="accent5">
                    <a:lumMod val="40000"/>
                    <a:lumOff val="60000"/>
                  </a:scheme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endParaRPr>
            </a:p>
          </p:txBody>
        </p:sp>
        <p:sp>
          <p:nvSpPr>
            <p:cNvPr id="75" name="TextBox 61">
              <a:extLst>
                <a:ext uri="{FF2B5EF4-FFF2-40B4-BE49-F238E27FC236}">
                  <a16:creationId xmlns:a16="http://schemas.microsoft.com/office/drawing/2014/main" id="{050C1E03-0382-7099-8613-4F5BBAC65009}"/>
                </a:ext>
              </a:extLst>
            </p:cNvPr>
            <p:cNvSpPr txBox="1"/>
            <p:nvPr/>
          </p:nvSpPr>
          <p:spPr>
            <a:xfrm>
              <a:off x="659582" y="6047264"/>
              <a:ext cx="928139" cy="359073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Accenture</a:t>
              </a:r>
              <a:b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</a:br>
              <a:r>
                <a:rPr kumimoji="0" lang="pt-BR" sz="1400" i="0" u="none" strike="noStrike" kern="1200" cap="none" spc="0" normalizeH="0" baseline="0" noProof="0" err="1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Research</a:t>
              </a:r>
              <a:endParaRPr kumimoji="0" lang="pt-BR" sz="1400" i="0" u="none" strike="noStrike" kern="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"/>
              </a:endParaRPr>
            </a:p>
          </p:txBody>
        </p: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13A20BE-C346-B5FB-45AB-26977B9FD3E6}"/>
                </a:ext>
              </a:extLst>
            </p:cNvPr>
            <p:cNvGrpSpPr/>
            <p:nvPr/>
          </p:nvGrpSpPr>
          <p:grpSpPr>
            <a:xfrm>
              <a:off x="859574" y="5401677"/>
              <a:ext cx="532489" cy="532489"/>
              <a:chOff x="859574" y="5193340"/>
              <a:chExt cx="532489" cy="532489"/>
            </a:xfrm>
          </p:grpSpPr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792DCD90-E267-204E-74D7-DDCE890F1EE8}"/>
                  </a:ext>
                </a:extLst>
              </p:cNvPr>
              <p:cNvSpPr/>
              <p:nvPr/>
            </p:nvSpPr>
            <p:spPr>
              <a:xfrm>
                <a:off x="859574" y="5193340"/>
                <a:ext cx="532489" cy="53248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grpSp>
            <p:nvGrpSpPr>
              <p:cNvPr id="115" name="Graphic 11">
                <a:extLst>
                  <a:ext uri="{FF2B5EF4-FFF2-40B4-BE49-F238E27FC236}">
                    <a16:creationId xmlns:a16="http://schemas.microsoft.com/office/drawing/2014/main" id="{E6C35256-2023-7803-07E0-90B41C3D2CB0}"/>
                  </a:ext>
                </a:extLst>
              </p:cNvPr>
              <p:cNvGrpSpPr/>
              <p:nvPr/>
            </p:nvGrpSpPr>
            <p:grpSpPr>
              <a:xfrm>
                <a:off x="1012553" y="5296079"/>
                <a:ext cx="226532" cy="327004"/>
                <a:chOff x="1139296" y="1593420"/>
                <a:chExt cx="441447" cy="637241"/>
              </a:xfrm>
              <a:solidFill>
                <a:schemeClr val="accent1"/>
              </a:solidFill>
            </p:grpSpPr>
            <p:sp>
              <p:nvSpPr>
                <p:cNvPr id="116" name="Freeform 47">
                  <a:extLst>
                    <a:ext uri="{FF2B5EF4-FFF2-40B4-BE49-F238E27FC236}">
                      <a16:creationId xmlns:a16="http://schemas.microsoft.com/office/drawing/2014/main" id="{F1DBADCD-7748-F77F-03E6-80452EDF4DA8}"/>
                    </a:ext>
                  </a:extLst>
                </p:cNvPr>
                <p:cNvSpPr/>
                <p:nvPr/>
              </p:nvSpPr>
              <p:spPr>
                <a:xfrm>
                  <a:off x="1139296" y="2139595"/>
                  <a:ext cx="441447" cy="91066"/>
                </a:xfrm>
                <a:custGeom>
                  <a:avLst/>
                  <a:gdLst>
                    <a:gd name="connsiteX0" fmla="*/ 50087 w 441447"/>
                    <a:gd name="connsiteY0" fmla="*/ 0 h 91066"/>
                    <a:gd name="connsiteX1" fmla="*/ 30507 w 441447"/>
                    <a:gd name="connsiteY1" fmla="*/ 0 h 91066"/>
                    <a:gd name="connsiteX2" fmla="*/ 0 w 441447"/>
                    <a:gd name="connsiteY2" fmla="*/ 91067 h 91066"/>
                    <a:gd name="connsiteX3" fmla="*/ 23905 w 441447"/>
                    <a:gd name="connsiteY3" fmla="*/ 91067 h 91066"/>
                    <a:gd name="connsiteX4" fmla="*/ 46900 w 441447"/>
                    <a:gd name="connsiteY4" fmla="*/ 22767 h 91066"/>
                    <a:gd name="connsiteX5" fmla="*/ 394775 w 441447"/>
                    <a:gd name="connsiteY5" fmla="*/ 22767 h 91066"/>
                    <a:gd name="connsiteX6" fmla="*/ 417314 w 441447"/>
                    <a:gd name="connsiteY6" fmla="*/ 91067 h 91066"/>
                    <a:gd name="connsiteX7" fmla="*/ 441447 w 441447"/>
                    <a:gd name="connsiteY7" fmla="*/ 91067 h 91066"/>
                    <a:gd name="connsiteX8" fmla="*/ 411167 w 441447"/>
                    <a:gd name="connsiteY8" fmla="*/ 0 h 91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41447" h="91066">
                      <a:moveTo>
                        <a:pt x="50087" y="0"/>
                      </a:moveTo>
                      <a:lnTo>
                        <a:pt x="30507" y="0"/>
                      </a:lnTo>
                      <a:lnTo>
                        <a:pt x="0" y="91067"/>
                      </a:lnTo>
                      <a:lnTo>
                        <a:pt x="23905" y="91067"/>
                      </a:lnTo>
                      <a:lnTo>
                        <a:pt x="46900" y="22767"/>
                      </a:lnTo>
                      <a:lnTo>
                        <a:pt x="394775" y="22767"/>
                      </a:lnTo>
                      <a:lnTo>
                        <a:pt x="417314" y="91067"/>
                      </a:lnTo>
                      <a:lnTo>
                        <a:pt x="441447" y="91067"/>
                      </a:lnTo>
                      <a:lnTo>
                        <a:pt x="411167" y="0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117" name="Freeform 48">
                  <a:extLst>
                    <a:ext uri="{FF2B5EF4-FFF2-40B4-BE49-F238E27FC236}">
                      <a16:creationId xmlns:a16="http://schemas.microsoft.com/office/drawing/2014/main" id="{6170C921-78B5-4B03-99F2-B1560FF38F1D}"/>
                    </a:ext>
                  </a:extLst>
                </p:cNvPr>
                <p:cNvSpPr/>
                <p:nvPr/>
              </p:nvSpPr>
              <p:spPr>
                <a:xfrm>
                  <a:off x="1143849" y="1593420"/>
                  <a:ext cx="307351" cy="523407"/>
                </a:xfrm>
                <a:custGeom>
                  <a:avLst/>
                  <a:gdLst>
                    <a:gd name="connsiteX0" fmla="*/ 73081 w 307351"/>
                    <a:gd name="connsiteY0" fmla="*/ 261590 h 523407"/>
                    <a:gd name="connsiteX1" fmla="*/ 107231 w 307351"/>
                    <a:gd name="connsiteY1" fmla="*/ 227440 h 523407"/>
                    <a:gd name="connsiteX2" fmla="*/ 159367 w 307351"/>
                    <a:gd name="connsiteY2" fmla="*/ 227440 h 523407"/>
                    <a:gd name="connsiteX3" fmla="*/ 159367 w 307351"/>
                    <a:gd name="connsiteY3" fmla="*/ 254988 h 523407"/>
                    <a:gd name="connsiteX4" fmla="*/ 68300 w 307351"/>
                    <a:gd name="connsiteY4" fmla="*/ 420957 h 523407"/>
                    <a:gd name="connsiteX5" fmla="*/ 68300 w 307351"/>
                    <a:gd name="connsiteY5" fmla="*/ 523407 h 523407"/>
                    <a:gd name="connsiteX6" fmla="*/ 91067 w 307351"/>
                    <a:gd name="connsiteY6" fmla="*/ 523407 h 523407"/>
                    <a:gd name="connsiteX7" fmla="*/ 91067 w 307351"/>
                    <a:gd name="connsiteY7" fmla="*/ 420957 h 523407"/>
                    <a:gd name="connsiteX8" fmla="*/ 175759 w 307351"/>
                    <a:gd name="connsiteY8" fmla="*/ 271835 h 523407"/>
                    <a:gd name="connsiteX9" fmla="*/ 182134 w 307351"/>
                    <a:gd name="connsiteY9" fmla="*/ 268648 h 523407"/>
                    <a:gd name="connsiteX10" fmla="*/ 182134 w 307351"/>
                    <a:gd name="connsiteY10" fmla="*/ 227440 h 523407"/>
                    <a:gd name="connsiteX11" fmla="*/ 159367 w 307351"/>
                    <a:gd name="connsiteY11" fmla="*/ 204673 h 523407"/>
                    <a:gd name="connsiteX12" fmla="*/ 97669 w 307351"/>
                    <a:gd name="connsiteY12" fmla="*/ 204673 h 523407"/>
                    <a:gd name="connsiteX13" fmla="*/ 55779 w 307351"/>
                    <a:gd name="connsiteY13" fmla="*/ 246564 h 523407"/>
                    <a:gd name="connsiteX14" fmla="*/ 22767 w 307351"/>
                    <a:gd name="connsiteY14" fmla="*/ 221748 h 523407"/>
                    <a:gd name="connsiteX15" fmla="*/ 22767 w 307351"/>
                    <a:gd name="connsiteY15" fmla="*/ 175304 h 523407"/>
                    <a:gd name="connsiteX16" fmla="*/ 129998 w 307351"/>
                    <a:gd name="connsiteY16" fmla="*/ 68073 h 523407"/>
                    <a:gd name="connsiteX17" fmla="*/ 182134 w 307351"/>
                    <a:gd name="connsiteY17" fmla="*/ 68073 h 523407"/>
                    <a:gd name="connsiteX18" fmla="*/ 182134 w 307351"/>
                    <a:gd name="connsiteY18" fmla="*/ 22767 h 523407"/>
                    <a:gd name="connsiteX19" fmla="*/ 290276 w 307351"/>
                    <a:gd name="connsiteY19" fmla="*/ 64202 h 523407"/>
                    <a:gd name="connsiteX20" fmla="*/ 251345 w 307351"/>
                    <a:gd name="connsiteY20" fmla="*/ 103133 h 523407"/>
                    <a:gd name="connsiteX21" fmla="*/ 267509 w 307351"/>
                    <a:gd name="connsiteY21" fmla="*/ 119298 h 523407"/>
                    <a:gd name="connsiteX22" fmla="*/ 277071 w 307351"/>
                    <a:gd name="connsiteY22" fmla="*/ 109736 h 523407"/>
                    <a:gd name="connsiteX23" fmla="*/ 307351 w 307351"/>
                    <a:gd name="connsiteY23" fmla="*/ 79456 h 523407"/>
                    <a:gd name="connsiteX24" fmla="*/ 307351 w 307351"/>
                    <a:gd name="connsiteY24" fmla="*/ 48721 h 523407"/>
                    <a:gd name="connsiteX25" fmla="*/ 181906 w 307351"/>
                    <a:gd name="connsiteY25" fmla="*/ 0 h 523407"/>
                    <a:gd name="connsiteX26" fmla="*/ 159367 w 307351"/>
                    <a:gd name="connsiteY26" fmla="*/ 22539 h 523407"/>
                    <a:gd name="connsiteX27" fmla="*/ 159367 w 307351"/>
                    <a:gd name="connsiteY27" fmla="*/ 45306 h 523407"/>
                    <a:gd name="connsiteX28" fmla="*/ 120436 w 307351"/>
                    <a:gd name="connsiteY28" fmla="*/ 45306 h 523407"/>
                    <a:gd name="connsiteX29" fmla="*/ 0 w 307351"/>
                    <a:gd name="connsiteY29" fmla="*/ 165742 h 523407"/>
                    <a:gd name="connsiteX30" fmla="*/ 0 w 307351"/>
                    <a:gd name="connsiteY30" fmla="*/ 233131 h 523407"/>
                    <a:gd name="connsiteX31" fmla="*/ 38020 w 307351"/>
                    <a:gd name="connsiteY31" fmla="*/ 261590 h 523407"/>
                    <a:gd name="connsiteX32" fmla="*/ 73081 w 307351"/>
                    <a:gd name="connsiteY32" fmla="*/ 261590 h 5234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</a:cxnLst>
                  <a:rect l="l" t="t" r="r" b="b"/>
                  <a:pathLst>
                    <a:path w="307351" h="523407">
                      <a:moveTo>
                        <a:pt x="73081" y="261590"/>
                      </a:moveTo>
                      <a:lnTo>
                        <a:pt x="107231" y="227440"/>
                      </a:lnTo>
                      <a:lnTo>
                        <a:pt x="159367" y="227440"/>
                      </a:lnTo>
                      <a:lnTo>
                        <a:pt x="159367" y="254988"/>
                      </a:lnTo>
                      <a:cubicBezTo>
                        <a:pt x="137739" y="268192"/>
                        <a:pt x="68300" y="318051"/>
                        <a:pt x="68300" y="420957"/>
                      </a:cubicBezTo>
                      <a:lnTo>
                        <a:pt x="68300" y="523407"/>
                      </a:lnTo>
                      <a:lnTo>
                        <a:pt x="91067" y="523407"/>
                      </a:lnTo>
                      <a:lnTo>
                        <a:pt x="91067" y="420957"/>
                      </a:lnTo>
                      <a:cubicBezTo>
                        <a:pt x="91067" y="315775"/>
                        <a:pt x="172344" y="273429"/>
                        <a:pt x="175759" y="271835"/>
                      </a:cubicBezTo>
                      <a:lnTo>
                        <a:pt x="182134" y="268648"/>
                      </a:lnTo>
                      <a:lnTo>
                        <a:pt x="182134" y="227440"/>
                      </a:lnTo>
                      <a:lnTo>
                        <a:pt x="159367" y="204673"/>
                      </a:lnTo>
                      <a:lnTo>
                        <a:pt x="97669" y="204673"/>
                      </a:lnTo>
                      <a:lnTo>
                        <a:pt x="55779" y="246564"/>
                      </a:lnTo>
                      <a:lnTo>
                        <a:pt x="22767" y="221748"/>
                      </a:lnTo>
                      <a:lnTo>
                        <a:pt x="22767" y="175304"/>
                      </a:lnTo>
                      <a:lnTo>
                        <a:pt x="129998" y="68073"/>
                      </a:lnTo>
                      <a:lnTo>
                        <a:pt x="182134" y="68073"/>
                      </a:lnTo>
                      <a:lnTo>
                        <a:pt x="182134" y="22767"/>
                      </a:lnTo>
                      <a:cubicBezTo>
                        <a:pt x="223569" y="25043"/>
                        <a:pt x="260452" y="39159"/>
                        <a:pt x="290276" y="64202"/>
                      </a:cubicBezTo>
                      <a:lnTo>
                        <a:pt x="251345" y="103133"/>
                      </a:lnTo>
                      <a:lnTo>
                        <a:pt x="267509" y="119298"/>
                      </a:lnTo>
                      <a:lnTo>
                        <a:pt x="277071" y="109736"/>
                      </a:lnTo>
                      <a:lnTo>
                        <a:pt x="307351" y="79456"/>
                      </a:lnTo>
                      <a:lnTo>
                        <a:pt x="307351" y="48721"/>
                      </a:lnTo>
                      <a:cubicBezTo>
                        <a:pt x="272973" y="18896"/>
                        <a:pt x="230172" y="2277"/>
                        <a:pt x="181906" y="0"/>
                      </a:cubicBezTo>
                      <a:lnTo>
                        <a:pt x="159367" y="22539"/>
                      </a:lnTo>
                      <a:lnTo>
                        <a:pt x="159367" y="45306"/>
                      </a:lnTo>
                      <a:lnTo>
                        <a:pt x="120436" y="45306"/>
                      </a:lnTo>
                      <a:lnTo>
                        <a:pt x="0" y="165742"/>
                      </a:lnTo>
                      <a:lnTo>
                        <a:pt x="0" y="233131"/>
                      </a:lnTo>
                      <a:lnTo>
                        <a:pt x="38020" y="261590"/>
                      </a:lnTo>
                      <a:lnTo>
                        <a:pt x="73081" y="261590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118" name="Freeform 49">
                  <a:extLst>
                    <a:ext uri="{FF2B5EF4-FFF2-40B4-BE49-F238E27FC236}">
                      <a16:creationId xmlns:a16="http://schemas.microsoft.com/office/drawing/2014/main" id="{468E3DA3-AB2A-9CB8-A820-9E4C539C41CF}"/>
                    </a:ext>
                  </a:extLst>
                </p:cNvPr>
                <p:cNvSpPr/>
                <p:nvPr/>
              </p:nvSpPr>
              <p:spPr>
                <a:xfrm>
                  <a:off x="1440728" y="1674698"/>
                  <a:ext cx="81504" cy="151854"/>
                </a:xfrm>
                <a:custGeom>
                  <a:avLst/>
                  <a:gdLst>
                    <a:gd name="connsiteX0" fmla="*/ 0 w 81504"/>
                    <a:gd name="connsiteY0" fmla="*/ 135690 h 151854"/>
                    <a:gd name="connsiteX1" fmla="*/ 16164 w 81504"/>
                    <a:gd name="connsiteY1" fmla="*/ 151854 h 151854"/>
                    <a:gd name="connsiteX2" fmla="*/ 48493 w 81504"/>
                    <a:gd name="connsiteY2" fmla="*/ 119525 h 151854"/>
                    <a:gd name="connsiteX3" fmla="*/ 63519 w 81504"/>
                    <a:gd name="connsiteY3" fmla="*/ 104499 h 151854"/>
                    <a:gd name="connsiteX4" fmla="*/ 81505 w 81504"/>
                    <a:gd name="connsiteY4" fmla="*/ 86514 h 151854"/>
                    <a:gd name="connsiteX5" fmla="*/ 40752 w 81504"/>
                    <a:gd name="connsiteY5" fmla="*/ 0 h 151854"/>
                    <a:gd name="connsiteX6" fmla="*/ 24588 w 81504"/>
                    <a:gd name="connsiteY6" fmla="*/ 16164 h 151854"/>
                    <a:gd name="connsiteX7" fmla="*/ 56006 w 81504"/>
                    <a:gd name="connsiteY7" fmla="*/ 79684 h 151854"/>
                    <a:gd name="connsiteX8" fmla="*/ 0 w 81504"/>
                    <a:gd name="connsiteY8" fmla="*/ 135690 h 151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81504" h="151854">
                      <a:moveTo>
                        <a:pt x="0" y="135690"/>
                      </a:moveTo>
                      <a:lnTo>
                        <a:pt x="16164" y="151854"/>
                      </a:lnTo>
                      <a:lnTo>
                        <a:pt x="48493" y="119525"/>
                      </a:lnTo>
                      <a:lnTo>
                        <a:pt x="63519" y="104499"/>
                      </a:lnTo>
                      <a:lnTo>
                        <a:pt x="81505" y="86514"/>
                      </a:lnTo>
                      <a:cubicBezTo>
                        <a:pt x="73309" y="54413"/>
                        <a:pt x="59649" y="24816"/>
                        <a:pt x="40752" y="0"/>
                      </a:cubicBezTo>
                      <a:lnTo>
                        <a:pt x="24588" y="16164"/>
                      </a:lnTo>
                      <a:cubicBezTo>
                        <a:pt x="38248" y="34833"/>
                        <a:pt x="48721" y="56234"/>
                        <a:pt x="56006" y="79684"/>
                      </a:cubicBezTo>
                      <a:lnTo>
                        <a:pt x="0" y="135690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119" name="Freeform 51">
                  <a:extLst>
                    <a:ext uri="{FF2B5EF4-FFF2-40B4-BE49-F238E27FC236}">
                      <a16:creationId xmlns:a16="http://schemas.microsoft.com/office/drawing/2014/main" id="{AF3A0C5A-9194-7337-CE31-5386CD2A2FCA}"/>
                    </a:ext>
                  </a:extLst>
                </p:cNvPr>
                <p:cNvSpPr/>
                <p:nvPr/>
              </p:nvSpPr>
              <p:spPr>
                <a:xfrm>
                  <a:off x="1441638" y="1788076"/>
                  <a:ext cx="89245" cy="328751"/>
                </a:xfrm>
                <a:custGeom>
                  <a:avLst/>
                  <a:gdLst>
                    <a:gd name="connsiteX0" fmla="*/ 66479 w 89245"/>
                    <a:gd name="connsiteY0" fmla="*/ 44167 h 328751"/>
                    <a:gd name="connsiteX1" fmla="*/ 66479 w 89245"/>
                    <a:gd name="connsiteY1" fmla="*/ 146618 h 328751"/>
                    <a:gd name="connsiteX2" fmla="*/ 20945 w 89245"/>
                    <a:gd name="connsiteY2" fmla="*/ 146618 h 328751"/>
                    <a:gd name="connsiteX3" fmla="*/ 0 w 89245"/>
                    <a:gd name="connsiteY3" fmla="*/ 167563 h 328751"/>
                    <a:gd name="connsiteX4" fmla="*/ 35744 w 89245"/>
                    <a:gd name="connsiteY4" fmla="*/ 328752 h 328751"/>
                    <a:gd name="connsiteX5" fmla="*/ 58966 w 89245"/>
                    <a:gd name="connsiteY5" fmla="*/ 328752 h 328751"/>
                    <a:gd name="connsiteX6" fmla="*/ 23450 w 89245"/>
                    <a:gd name="connsiteY6" fmla="*/ 169385 h 328751"/>
                    <a:gd name="connsiteX7" fmla="*/ 66479 w 89245"/>
                    <a:gd name="connsiteY7" fmla="*/ 169385 h 328751"/>
                    <a:gd name="connsiteX8" fmla="*/ 89246 w 89245"/>
                    <a:gd name="connsiteY8" fmla="*/ 146618 h 328751"/>
                    <a:gd name="connsiteX9" fmla="*/ 89246 w 89245"/>
                    <a:gd name="connsiteY9" fmla="*/ 44167 h 328751"/>
                    <a:gd name="connsiteX10" fmla="*/ 85831 w 89245"/>
                    <a:gd name="connsiteY10" fmla="*/ 0 h 328751"/>
                    <a:gd name="connsiteX11" fmla="*/ 65341 w 89245"/>
                    <a:gd name="connsiteY11" fmla="*/ 20490 h 328751"/>
                    <a:gd name="connsiteX12" fmla="*/ 66479 w 89245"/>
                    <a:gd name="connsiteY12" fmla="*/ 44167 h 3287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89245" h="328751">
                      <a:moveTo>
                        <a:pt x="66479" y="44167"/>
                      </a:moveTo>
                      <a:lnTo>
                        <a:pt x="66479" y="146618"/>
                      </a:lnTo>
                      <a:lnTo>
                        <a:pt x="20945" y="146618"/>
                      </a:lnTo>
                      <a:lnTo>
                        <a:pt x="0" y="167563"/>
                      </a:lnTo>
                      <a:lnTo>
                        <a:pt x="35744" y="328752"/>
                      </a:lnTo>
                      <a:lnTo>
                        <a:pt x="58966" y="328752"/>
                      </a:lnTo>
                      <a:lnTo>
                        <a:pt x="23450" y="169385"/>
                      </a:lnTo>
                      <a:lnTo>
                        <a:pt x="66479" y="169385"/>
                      </a:lnTo>
                      <a:lnTo>
                        <a:pt x="89246" y="146618"/>
                      </a:lnTo>
                      <a:lnTo>
                        <a:pt x="89246" y="44167"/>
                      </a:lnTo>
                      <a:cubicBezTo>
                        <a:pt x="89246" y="29141"/>
                        <a:pt x="88107" y="14343"/>
                        <a:pt x="85831" y="0"/>
                      </a:cubicBezTo>
                      <a:lnTo>
                        <a:pt x="65341" y="20490"/>
                      </a:lnTo>
                      <a:cubicBezTo>
                        <a:pt x="66024" y="28231"/>
                        <a:pt x="66479" y="36199"/>
                        <a:pt x="66479" y="44167"/>
                      </a:cubicBez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7" name="TextBox 61">
              <a:extLst>
                <a:ext uri="{FF2B5EF4-FFF2-40B4-BE49-F238E27FC236}">
                  <a16:creationId xmlns:a16="http://schemas.microsoft.com/office/drawing/2014/main" id="{9A6871D3-E855-BA51-3588-0DA65F980F5F}"/>
                </a:ext>
              </a:extLst>
            </p:cNvPr>
            <p:cNvSpPr txBox="1"/>
            <p:nvPr/>
          </p:nvSpPr>
          <p:spPr>
            <a:xfrm>
              <a:off x="2639559" y="6047264"/>
              <a:ext cx="928139" cy="359073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Accenture</a:t>
              </a:r>
              <a:b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</a:br>
              <a: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Ventures</a:t>
              </a:r>
              <a:endParaRPr kumimoji="0" lang="pt-BR" sz="1400" i="0" u="none" strike="noStrike" kern="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"/>
              </a:endParaRP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38D4B6E-9A0D-230D-23D0-4307A422AAD3}"/>
                </a:ext>
              </a:extLst>
            </p:cNvPr>
            <p:cNvGrpSpPr/>
            <p:nvPr/>
          </p:nvGrpSpPr>
          <p:grpSpPr>
            <a:xfrm>
              <a:off x="2837385" y="5401677"/>
              <a:ext cx="532489" cy="532489"/>
              <a:chOff x="2837385" y="5193340"/>
              <a:chExt cx="532489" cy="532489"/>
            </a:xfrm>
          </p:grpSpPr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5D3199E8-C7A7-768E-880C-94C642B47CB1}"/>
                  </a:ext>
                </a:extLst>
              </p:cNvPr>
              <p:cNvSpPr/>
              <p:nvPr/>
            </p:nvSpPr>
            <p:spPr>
              <a:xfrm>
                <a:off x="2837385" y="5193340"/>
                <a:ext cx="532489" cy="53248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grpSp>
            <p:nvGrpSpPr>
              <p:cNvPr id="111" name="Graphic 16">
                <a:extLst>
                  <a:ext uri="{FF2B5EF4-FFF2-40B4-BE49-F238E27FC236}">
                    <a16:creationId xmlns:a16="http://schemas.microsoft.com/office/drawing/2014/main" id="{F0A305EE-C841-50B8-0849-9A78F962CE50}"/>
                  </a:ext>
                </a:extLst>
              </p:cNvPr>
              <p:cNvGrpSpPr/>
              <p:nvPr/>
            </p:nvGrpSpPr>
            <p:grpSpPr>
              <a:xfrm>
                <a:off x="3029326" y="5315378"/>
                <a:ext cx="148606" cy="337290"/>
                <a:chOff x="3113040" y="1639115"/>
                <a:chExt cx="289592" cy="657283"/>
              </a:xfrm>
              <a:solidFill>
                <a:schemeClr val="accent1"/>
              </a:solidFill>
            </p:grpSpPr>
            <p:sp>
              <p:nvSpPr>
                <p:cNvPr id="112" name="Freeform 57">
                  <a:extLst>
                    <a:ext uri="{FF2B5EF4-FFF2-40B4-BE49-F238E27FC236}">
                      <a16:creationId xmlns:a16="http://schemas.microsoft.com/office/drawing/2014/main" id="{323193A1-345E-17AB-C882-C8AF0D539DEB}"/>
                    </a:ext>
                  </a:extLst>
                </p:cNvPr>
                <p:cNvSpPr/>
                <p:nvPr/>
              </p:nvSpPr>
              <p:spPr>
                <a:xfrm>
                  <a:off x="3120781" y="1639115"/>
                  <a:ext cx="273200" cy="362588"/>
                </a:xfrm>
                <a:custGeom>
                  <a:avLst/>
                  <a:gdLst>
                    <a:gd name="connsiteX0" fmla="*/ 79684 w 273200"/>
                    <a:gd name="connsiteY0" fmla="*/ 317251 h 362588"/>
                    <a:gd name="connsiteX1" fmla="*/ 79684 w 273200"/>
                    <a:gd name="connsiteY1" fmla="*/ 339920 h 362588"/>
                    <a:gd name="connsiteX2" fmla="*/ 102450 w 273200"/>
                    <a:gd name="connsiteY2" fmla="*/ 362588 h 362588"/>
                    <a:gd name="connsiteX3" fmla="*/ 102450 w 273200"/>
                    <a:gd name="connsiteY3" fmla="*/ 317251 h 362588"/>
                    <a:gd name="connsiteX4" fmla="*/ 67162 w 273200"/>
                    <a:gd name="connsiteY4" fmla="*/ 244484 h 362588"/>
                    <a:gd name="connsiteX5" fmla="*/ 22767 w 273200"/>
                    <a:gd name="connsiteY5" fmla="*/ 135900 h 362588"/>
                    <a:gd name="connsiteX6" fmla="*/ 56006 w 273200"/>
                    <a:gd name="connsiteY6" fmla="*/ 55652 h 362588"/>
                    <a:gd name="connsiteX7" fmla="*/ 216967 w 273200"/>
                    <a:gd name="connsiteY7" fmla="*/ 55652 h 362588"/>
                    <a:gd name="connsiteX8" fmla="*/ 250207 w 273200"/>
                    <a:gd name="connsiteY8" fmla="*/ 135900 h 362588"/>
                    <a:gd name="connsiteX9" fmla="*/ 205811 w 273200"/>
                    <a:gd name="connsiteY9" fmla="*/ 244484 h 362588"/>
                    <a:gd name="connsiteX10" fmla="*/ 170751 w 273200"/>
                    <a:gd name="connsiteY10" fmla="*/ 317251 h 362588"/>
                    <a:gd name="connsiteX11" fmla="*/ 170751 w 273200"/>
                    <a:gd name="connsiteY11" fmla="*/ 362588 h 362588"/>
                    <a:gd name="connsiteX12" fmla="*/ 193517 w 273200"/>
                    <a:gd name="connsiteY12" fmla="*/ 339920 h 362588"/>
                    <a:gd name="connsiteX13" fmla="*/ 193517 w 273200"/>
                    <a:gd name="connsiteY13" fmla="*/ 317251 h 362588"/>
                    <a:gd name="connsiteX14" fmla="*/ 222886 w 273200"/>
                    <a:gd name="connsiteY14" fmla="*/ 259672 h 362588"/>
                    <a:gd name="connsiteX15" fmla="*/ 273201 w 273200"/>
                    <a:gd name="connsiteY15" fmla="*/ 135900 h 362588"/>
                    <a:gd name="connsiteX16" fmla="*/ 233131 w 273200"/>
                    <a:gd name="connsiteY16" fmla="*/ 39784 h 362588"/>
                    <a:gd name="connsiteX17" fmla="*/ 39842 w 273200"/>
                    <a:gd name="connsiteY17" fmla="*/ 39784 h 362588"/>
                    <a:gd name="connsiteX18" fmla="*/ 0 w 273200"/>
                    <a:gd name="connsiteY18" fmla="*/ 135900 h 362588"/>
                    <a:gd name="connsiteX19" fmla="*/ 50315 w 273200"/>
                    <a:gd name="connsiteY19" fmla="*/ 259672 h 362588"/>
                    <a:gd name="connsiteX20" fmla="*/ 79684 w 273200"/>
                    <a:gd name="connsiteY20" fmla="*/ 317251 h 3625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73200" h="362588">
                      <a:moveTo>
                        <a:pt x="79684" y="317251"/>
                      </a:moveTo>
                      <a:lnTo>
                        <a:pt x="79684" y="339920"/>
                      </a:lnTo>
                      <a:lnTo>
                        <a:pt x="102450" y="362588"/>
                      </a:lnTo>
                      <a:lnTo>
                        <a:pt x="102450" y="317251"/>
                      </a:lnTo>
                      <a:cubicBezTo>
                        <a:pt x="102450" y="283247"/>
                        <a:pt x="84465" y="263526"/>
                        <a:pt x="67162" y="244484"/>
                      </a:cubicBezTo>
                      <a:cubicBezTo>
                        <a:pt x="45306" y="220455"/>
                        <a:pt x="22767" y="195519"/>
                        <a:pt x="22767" y="135900"/>
                      </a:cubicBezTo>
                      <a:cubicBezTo>
                        <a:pt x="22767" y="105524"/>
                        <a:pt x="34605" y="77187"/>
                        <a:pt x="56006" y="55652"/>
                      </a:cubicBezTo>
                      <a:cubicBezTo>
                        <a:pt x="100401" y="11448"/>
                        <a:pt x="172572" y="11448"/>
                        <a:pt x="216967" y="55652"/>
                      </a:cubicBezTo>
                      <a:cubicBezTo>
                        <a:pt x="238368" y="76961"/>
                        <a:pt x="250207" y="105524"/>
                        <a:pt x="250207" y="135900"/>
                      </a:cubicBezTo>
                      <a:cubicBezTo>
                        <a:pt x="250207" y="195519"/>
                        <a:pt x="227667" y="220228"/>
                        <a:pt x="205811" y="244484"/>
                      </a:cubicBezTo>
                      <a:cubicBezTo>
                        <a:pt x="188736" y="263526"/>
                        <a:pt x="170751" y="283247"/>
                        <a:pt x="170751" y="317251"/>
                      </a:cubicBezTo>
                      <a:lnTo>
                        <a:pt x="170751" y="362588"/>
                      </a:lnTo>
                      <a:lnTo>
                        <a:pt x="193517" y="339920"/>
                      </a:lnTo>
                      <a:lnTo>
                        <a:pt x="193517" y="317251"/>
                      </a:lnTo>
                      <a:cubicBezTo>
                        <a:pt x="193517" y="291862"/>
                        <a:pt x="206494" y="277580"/>
                        <a:pt x="222886" y="259672"/>
                      </a:cubicBezTo>
                      <a:cubicBezTo>
                        <a:pt x="245198" y="234963"/>
                        <a:pt x="273201" y="204133"/>
                        <a:pt x="273201" y="135900"/>
                      </a:cubicBezTo>
                      <a:cubicBezTo>
                        <a:pt x="273201" y="99630"/>
                        <a:pt x="259086" y="65400"/>
                        <a:pt x="233131" y="39784"/>
                      </a:cubicBezTo>
                      <a:cubicBezTo>
                        <a:pt x="179857" y="-13261"/>
                        <a:pt x="93116" y="-13261"/>
                        <a:pt x="39842" y="39784"/>
                      </a:cubicBezTo>
                      <a:cubicBezTo>
                        <a:pt x="14115" y="65400"/>
                        <a:pt x="0" y="99630"/>
                        <a:pt x="0" y="135900"/>
                      </a:cubicBezTo>
                      <a:cubicBezTo>
                        <a:pt x="0" y="204133"/>
                        <a:pt x="28003" y="234963"/>
                        <a:pt x="50315" y="259672"/>
                      </a:cubicBezTo>
                      <a:cubicBezTo>
                        <a:pt x="66707" y="277580"/>
                        <a:pt x="79684" y="291862"/>
                        <a:pt x="79684" y="317251"/>
                      </a:cubicBez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113" name="Freeform 58">
                  <a:extLst>
                    <a:ext uri="{FF2B5EF4-FFF2-40B4-BE49-F238E27FC236}">
                      <a16:creationId xmlns:a16="http://schemas.microsoft.com/office/drawing/2014/main" id="{C05BF57A-678D-C3EF-F183-57C31961833F}"/>
                    </a:ext>
                  </a:extLst>
                </p:cNvPr>
                <p:cNvSpPr/>
                <p:nvPr/>
              </p:nvSpPr>
              <p:spPr>
                <a:xfrm>
                  <a:off x="3113040" y="1816499"/>
                  <a:ext cx="289592" cy="479899"/>
                </a:xfrm>
                <a:custGeom>
                  <a:avLst/>
                  <a:gdLst>
                    <a:gd name="connsiteX0" fmla="*/ 179402 w 289592"/>
                    <a:gd name="connsiteY0" fmla="*/ 301269 h 479899"/>
                    <a:gd name="connsiteX1" fmla="*/ 155725 w 289592"/>
                    <a:gd name="connsiteY1" fmla="*/ 330059 h 479899"/>
                    <a:gd name="connsiteX2" fmla="*/ 155725 w 289592"/>
                    <a:gd name="connsiteY2" fmla="*/ 95209 h 479899"/>
                    <a:gd name="connsiteX3" fmla="*/ 190785 w 289592"/>
                    <a:gd name="connsiteY3" fmla="*/ 16095 h 479899"/>
                    <a:gd name="connsiteX4" fmla="*/ 174621 w 289592"/>
                    <a:gd name="connsiteY4" fmla="*/ 0 h 479899"/>
                    <a:gd name="connsiteX5" fmla="*/ 144341 w 289592"/>
                    <a:gd name="connsiteY5" fmla="*/ 47831 h 479899"/>
                    <a:gd name="connsiteX6" fmla="*/ 114061 w 289592"/>
                    <a:gd name="connsiteY6" fmla="*/ 0 h 479899"/>
                    <a:gd name="connsiteX7" fmla="*/ 97897 w 289592"/>
                    <a:gd name="connsiteY7" fmla="*/ 16095 h 479899"/>
                    <a:gd name="connsiteX8" fmla="*/ 132958 w 289592"/>
                    <a:gd name="connsiteY8" fmla="*/ 95436 h 479899"/>
                    <a:gd name="connsiteX9" fmla="*/ 132958 w 289592"/>
                    <a:gd name="connsiteY9" fmla="*/ 285854 h 479899"/>
                    <a:gd name="connsiteX10" fmla="*/ 109280 w 289592"/>
                    <a:gd name="connsiteY10" fmla="*/ 257065 h 479899"/>
                    <a:gd name="connsiteX11" fmla="*/ 21856 w 289592"/>
                    <a:gd name="connsiteY11" fmla="*/ 212634 h 479899"/>
                    <a:gd name="connsiteX12" fmla="*/ 0 w 289592"/>
                    <a:gd name="connsiteY12" fmla="*/ 234396 h 479899"/>
                    <a:gd name="connsiteX13" fmla="*/ 44623 w 289592"/>
                    <a:gd name="connsiteY13" fmla="*/ 321444 h 479899"/>
                    <a:gd name="connsiteX14" fmla="*/ 91295 w 289592"/>
                    <a:gd name="connsiteY14" fmla="*/ 352727 h 479899"/>
                    <a:gd name="connsiteX15" fmla="*/ 108825 w 289592"/>
                    <a:gd name="connsiteY15" fmla="*/ 335272 h 479899"/>
                    <a:gd name="connsiteX16" fmla="*/ 61015 w 289592"/>
                    <a:gd name="connsiteY16" fmla="*/ 305350 h 479899"/>
                    <a:gd name="connsiteX17" fmla="*/ 24133 w 289592"/>
                    <a:gd name="connsiteY17" fmla="*/ 236210 h 479899"/>
                    <a:gd name="connsiteX18" fmla="*/ 93571 w 289592"/>
                    <a:gd name="connsiteY18" fmla="*/ 272933 h 479899"/>
                    <a:gd name="connsiteX19" fmla="*/ 117021 w 289592"/>
                    <a:gd name="connsiteY19" fmla="*/ 299682 h 479899"/>
                    <a:gd name="connsiteX20" fmla="*/ 133413 w 289592"/>
                    <a:gd name="connsiteY20" fmla="*/ 356354 h 479899"/>
                    <a:gd name="connsiteX21" fmla="*/ 133413 w 289592"/>
                    <a:gd name="connsiteY21" fmla="*/ 356354 h 479899"/>
                    <a:gd name="connsiteX22" fmla="*/ 133413 w 289592"/>
                    <a:gd name="connsiteY22" fmla="*/ 356354 h 479899"/>
                    <a:gd name="connsiteX23" fmla="*/ 133413 w 289592"/>
                    <a:gd name="connsiteY23" fmla="*/ 479900 h 479899"/>
                    <a:gd name="connsiteX24" fmla="*/ 156180 w 289592"/>
                    <a:gd name="connsiteY24" fmla="*/ 479900 h 479899"/>
                    <a:gd name="connsiteX25" fmla="*/ 156180 w 289592"/>
                    <a:gd name="connsiteY25" fmla="*/ 400559 h 479899"/>
                    <a:gd name="connsiteX26" fmla="*/ 156180 w 289592"/>
                    <a:gd name="connsiteY26" fmla="*/ 400559 h 479899"/>
                    <a:gd name="connsiteX27" fmla="*/ 172572 w 289592"/>
                    <a:gd name="connsiteY27" fmla="*/ 343887 h 479899"/>
                    <a:gd name="connsiteX28" fmla="*/ 196022 w 289592"/>
                    <a:gd name="connsiteY28" fmla="*/ 317137 h 479899"/>
                    <a:gd name="connsiteX29" fmla="*/ 265460 w 289592"/>
                    <a:gd name="connsiteY29" fmla="*/ 280414 h 479899"/>
                    <a:gd name="connsiteX30" fmla="*/ 228578 w 289592"/>
                    <a:gd name="connsiteY30" fmla="*/ 349554 h 479899"/>
                    <a:gd name="connsiteX31" fmla="*/ 180768 w 289592"/>
                    <a:gd name="connsiteY31" fmla="*/ 379477 h 479899"/>
                    <a:gd name="connsiteX32" fmla="*/ 198298 w 289592"/>
                    <a:gd name="connsiteY32" fmla="*/ 396932 h 479899"/>
                    <a:gd name="connsiteX33" fmla="*/ 244970 w 289592"/>
                    <a:gd name="connsiteY33" fmla="*/ 365649 h 479899"/>
                    <a:gd name="connsiteX34" fmla="*/ 289593 w 289592"/>
                    <a:gd name="connsiteY34" fmla="*/ 278600 h 479899"/>
                    <a:gd name="connsiteX35" fmla="*/ 267737 w 289592"/>
                    <a:gd name="connsiteY35" fmla="*/ 256838 h 479899"/>
                    <a:gd name="connsiteX36" fmla="*/ 179402 w 289592"/>
                    <a:gd name="connsiteY36" fmla="*/ 301269 h 4798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289592" h="479899">
                      <a:moveTo>
                        <a:pt x="179402" y="301269"/>
                      </a:moveTo>
                      <a:cubicBezTo>
                        <a:pt x="169612" y="311017"/>
                        <a:pt x="161872" y="321898"/>
                        <a:pt x="155725" y="330059"/>
                      </a:cubicBezTo>
                      <a:lnTo>
                        <a:pt x="155725" y="95209"/>
                      </a:lnTo>
                      <a:cubicBezTo>
                        <a:pt x="155725" y="94756"/>
                        <a:pt x="156180" y="46471"/>
                        <a:pt x="190785" y="16095"/>
                      </a:cubicBezTo>
                      <a:lnTo>
                        <a:pt x="174621" y="0"/>
                      </a:lnTo>
                      <a:cubicBezTo>
                        <a:pt x="160050" y="13148"/>
                        <a:pt x="150488" y="33323"/>
                        <a:pt x="144341" y="47831"/>
                      </a:cubicBezTo>
                      <a:cubicBezTo>
                        <a:pt x="138194" y="33097"/>
                        <a:pt x="128632" y="13148"/>
                        <a:pt x="114061" y="0"/>
                      </a:cubicBezTo>
                      <a:lnTo>
                        <a:pt x="97897" y="16095"/>
                      </a:lnTo>
                      <a:cubicBezTo>
                        <a:pt x="132275" y="46471"/>
                        <a:pt x="132958" y="94756"/>
                        <a:pt x="132958" y="95436"/>
                      </a:cubicBezTo>
                      <a:lnTo>
                        <a:pt x="132958" y="285854"/>
                      </a:lnTo>
                      <a:cubicBezTo>
                        <a:pt x="126811" y="277694"/>
                        <a:pt x="119070" y="266586"/>
                        <a:pt x="109280" y="257065"/>
                      </a:cubicBezTo>
                      <a:cubicBezTo>
                        <a:pt x="79684" y="227595"/>
                        <a:pt x="40752" y="216488"/>
                        <a:pt x="21856" y="212634"/>
                      </a:cubicBezTo>
                      <a:lnTo>
                        <a:pt x="0" y="234396"/>
                      </a:lnTo>
                      <a:cubicBezTo>
                        <a:pt x="3870" y="253211"/>
                        <a:pt x="15026" y="291975"/>
                        <a:pt x="44623" y="321444"/>
                      </a:cubicBezTo>
                      <a:cubicBezTo>
                        <a:pt x="58966" y="335726"/>
                        <a:pt x="75813" y="345700"/>
                        <a:pt x="91295" y="352727"/>
                      </a:cubicBezTo>
                      <a:lnTo>
                        <a:pt x="108825" y="335272"/>
                      </a:lnTo>
                      <a:cubicBezTo>
                        <a:pt x="93344" y="329379"/>
                        <a:pt x="75586" y="319858"/>
                        <a:pt x="61015" y="305350"/>
                      </a:cubicBezTo>
                      <a:cubicBezTo>
                        <a:pt x="38703" y="283134"/>
                        <a:pt x="28686" y="253891"/>
                        <a:pt x="24133" y="236210"/>
                      </a:cubicBezTo>
                      <a:cubicBezTo>
                        <a:pt x="41891" y="240517"/>
                        <a:pt x="71260" y="250718"/>
                        <a:pt x="93571" y="272933"/>
                      </a:cubicBezTo>
                      <a:cubicBezTo>
                        <a:pt x="103589" y="282907"/>
                        <a:pt x="111329" y="291748"/>
                        <a:pt x="117021" y="299682"/>
                      </a:cubicBezTo>
                      <a:cubicBezTo>
                        <a:pt x="131364" y="319858"/>
                        <a:pt x="133413" y="335046"/>
                        <a:pt x="133413" y="356354"/>
                      </a:cubicBezTo>
                      <a:lnTo>
                        <a:pt x="133413" y="356354"/>
                      </a:lnTo>
                      <a:lnTo>
                        <a:pt x="133413" y="356354"/>
                      </a:lnTo>
                      <a:lnTo>
                        <a:pt x="133413" y="479900"/>
                      </a:lnTo>
                      <a:lnTo>
                        <a:pt x="156180" y="479900"/>
                      </a:lnTo>
                      <a:lnTo>
                        <a:pt x="156180" y="400559"/>
                      </a:lnTo>
                      <a:lnTo>
                        <a:pt x="156180" y="400559"/>
                      </a:lnTo>
                      <a:cubicBezTo>
                        <a:pt x="156180" y="379250"/>
                        <a:pt x="158229" y="364062"/>
                        <a:pt x="172572" y="343887"/>
                      </a:cubicBezTo>
                      <a:cubicBezTo>
                        <a:pt x="178264" y="335953"/>
                        <a:pt x="185777" y="327338"/>
                        <a:pt x="196022" y="317137"/>
                      </a:cubicBezTo>
                      <a:cubicBezTo>
                        <a:pt x="218333" y="294922"/>
                        <a:pt x="247702" y="284948"/>
                        <a:pt x="265460" y="280414"/>
                      </a:cubicBezTo>
                      <a:cubicBezTo>
                        <a:pt x="261135" y="298095"/>
                        <a:pt x="250889" y="327338"/>
                        <a:pt x="228578" y="349554"/>
                      </a:cubicBezTo>
                      <a:cubicBezTo>
                        <a:pt x="214007" y="364062"/>
                        <a:pt x="196249" y="373583"/>
                        <a:pt x="180768" y="379477"/>
                      </a:cubicBezTo>
                      <a:lnTo>
                        <a:pt x="198298" y="396932"/>
                      </a:lnTo>
                      <a:cubicBezTo>
                        <a:pt x="213780" y="389904"/>
                        <a:pt x="230399" y="379930"/>
                        <a:pt x="244970" y="365649"/>
                      </a:cubicBezTo>
                      <a:cubicBezTo>
                        <a:pt x="274567" y="336179"/>
                        <a:pt x="285723" y="297415"/>
                        <a:pt x="289593" y="278600"/>
                      </a:cubicBezTo>
                      <a:lnTo>
                        <a:pt x="267737" y="256838"/>
                      </a:lnTo>
                      <a:cubicBezTo>
                        <a:pt x="247930" y="260692"/>
                        <a:pt x="208999" y="271800"/>
                        <a:pt x="179402" y="301269"/>
                      </a:cubicBez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79" name="TextBox 61">
              <a:extLst>
                <a:ext uri="{FF2B5EF4-FFF2-40B4-BE49-F238E27FC236}">
                  <a16:creationId xmlns:a16="http://schemas.microsoft.com/office/drawing/2014/main" id="{A998E0AB-790F-A155-753A-83858E400B97}"/>
                </a:ext>
              </a:extLst>
            </p:cNvPr>
            <p:cNvSpPr txBox="1"/>
            <p:nvPr/>
          </p:nvSpPr>
          <p:spPr>
            <a:xfrm>
              <a:off x="4655034" y="6047264"/>
              <a:ext cx="928139" cy="359073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Accenture</a:t>
              </a:r>
              <a:b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</a:br>
              <a:r>
                <a:rPr kumimoji="0" lang="pt-BR" sz="1400" i="0" u="none" strike="noStrike" kern="1200" cap="none" spc="0" normalizeH="0" baseline="0" noProof="0" err="1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Labs</a:t>
              </a:r>
              <a:endParaRPr kumimoji="0" lang="pt-BR" sz="1400" i="0" u="none" strike="noStrike" kern="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"/>
              </a:endParaRPr>
            </a:p>
          </p:txBody>
        </p: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CB1D44DC-40A4-99B5-03E8-E914033B1AE6}"/>
                </a:ext>
              </a:extLst>
            </p:cNvPr>
            <p:cNvGrpSpPr/>
            <p:nvPr/>
          </p:nvGrpSpPr>
          <p:grpSpPr>
            <a:xfrm>
              <a:off x="4852860" y="5401677"/>
              <a:ext cx="532489" cy="532489"/>
              <a:chOff x="4852860" y="5193340"/>
              <a:chExt cx="532489" cy="532489"/>
            </a:xfrm>
          </p:grpSpPr>
          <p:sp>
            <p:nvSpPr>
              <p:cNvPr id="106" name="Oval 105">
                <a:extLst>
                  <a:ext uri="{FF2B5EF4-FFF2-40B4-BE49-F238E27FC236}">
                    <a16:creationId xmlns:a16="http://schemas.microsoft.com/office/drawing/2014/main" id="{68A20F0F-D957-162F-D1CA-1FF86D101422}"/>
                  </a:ext>
                </a:extLst>
              </p:cNvPr>
              <p:cNvSpPr/>
              <p:nvPr/>
            </p:nvSpPr>
            <p:spPr>
              <a:xfrm>
                <a:off x="4852860" y="5193340"/>
                <a:ext cx="532489" cy="53248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grpSp>
            <p:nvGrpSpPr>
              <p:cNvPr id="107" name="Graphic 21">
                <a:extLst>
                  <a:ext uri="{FF2B5EF4-FFF2-40B4-BE49-F238E27FC236}">
                    <a16:creationId xmlns:a16="http://schemas.microsoft.com/office/drawing/2014/main" id="{740A4699-5E8C-F9FD-A630-E9FE679169B0}"/>
                  </a:ext>
                </a:extLst>
              </p:cNvPr>
              <p:cNvGrpSpPr/>
              <p:nvPr/>
            </p:nvGrpSpPr>
            <p:grpSpPr>
              <a:xfrm>
                <a:off x="4983466" y="5307706"/>
                <a:ext cx="271277" cy="303756"/>
                <a:chOff x="4935861" y="1662452"/>
                <a:chExt cx="528643" cy="591935"/>
              </a:xfrm>
              <a:solidFill>
                <a:schemeClr val="accent1"/>
              </a:solidFill>
            </p:grpSpPr>
            <p:sp>
              <p:nvSpPr>
                <p:cNvPr id="108" name="Freeform 64">
                  <a:extLst>
                    <a:ext uri="{FF2B5EF4-FFF2-40B4-BE49-F238E27FC236}">
                      <a16:creationId xmlns:a16="http://schemas.microsoft.com/office/drawing/2014/main" id="{6834DDA3-3679-9075-8CB8-F36FC507B72B}"/>
                    </a:ext>
                  </a:extLst>
                </p:cNvPr>
                <p:cNvSpPr/>
                <p:nvPr/>
              </p:nvSpPr>
              <p:spPr>
                <a:xfrm>
                  <a:off x="4935861" y="1662452"/>
                  <a:ext cx="528643" cy="591935"/>
                </a:xfrm>
                <a:custGeom>
                  <a:avLst/>
                  <a:gdLst>
                    <a:gd name="connsiteX0" fmla="*/ 344006 w 528643"/>
                    <a:gd name="connsiteY0" fmla="*/ 68300 h 591935"/>
                    <a:gd name="connsiteX1" fmla="*/ 366772 w 528643"/>
                    <a:gd name="connsiteY1" fmla="*/ 68300 h 591935"/>
                    <a:gd name="connsiteX2" fmla="*/ 366772 w 528643"/>
                    <a:gd name="connsiteY2" fmla="*/ 68300 h 591935"/>
                    <a:gd name="connsiteX3" fmla="*/ 389539 w 528643"/>
                    <a:gd name="connsiteY3" fmla="*/ 45533 h 591935"/>
                    <a:gd name="connsiteX4" fmla="*/ 389539 w 528643"/>
                    <a:gd name="connsiteY4" fmla="*/ 22767 h 591935"/>
                    <a:gd name="connsiteX5" fmla="*/ 366772 w 528643"/>
                    <a:gd name="connsiteY5" fmla="*/ 0 h 591935"/>
                    <a:gd name="connsiteX6" fmla="*/ 161872 w 528643"/>
                    <a:gd name="connsiteY6" fmla="*/ 0 h 591935"/>
                    <a:gd name="connsiteX7" fmla="*/ 139105 w 528643"/>
                    <a:gd name="connsiteY7" fmla="*/ 22767 h 591935"/>
                    <a:gd name="connsiteX8" fmla="*/ 139105 w 528643"/>
                    <a:gd name="connsiteY8" fmla="*/ 45533 h 591935"/>
                    <a:gd name="connsiteX9" fmla="*/ 161872 w 528643"/>
                    <a:gd name="connsiteY9" fmla="*/ 68300 h 591935"/>
                    <a:gd name="connsiteX10" fmla="*/ 161872 w 528643"/>
                    <a:gd name="connsiteY10" fmla="*/ 68300 h 591935"/>
                    <a:gd name="connsiteX11" fmla="*/ 184638 w 528643"/>
                    <a:gd name="connsiteY11" fmla="*/ 68300 h 591935"/>
                    <a:gd name="connsiteX12" fmla="*/ 184638 w 528643"/>
                    <a:gd name="connsiteY12" fmla="*/ 190785 h 591935"/>
                    <a:gd name="connsiteX13" fmla="*/ 0 w 528643"/>
                    <a:gd name="connsiteY13" fmla="*/ 560062 h 591935"/>
                    <a:gd name="connsiteX14" fmla="*/ 31873 w 528643"/>
                    <a:gd name="connsiteY14" fmla="*/ 591935 h 591935"/>
                    <a:gd name="connsiteX15" fmla="*/ 271607 w 528643"/>
                    <a:gd name="connsiteY15" fmla="*/ 591935 h 591935"/>
                    <a:gd name="connsiteX16" fmla="*/ 262273 w 528643"/>
                    <a:gd name="connsiteY16" fmla="*/ 569169 h 591935"/>
                    <a:gd name="connsiteX17" fmla="*/ 41435 w 528643"/>
                    <a:gd name="connsiteY17" fmla="*/ 569169 h 591935"/>
                    <a:gd name="connsiteX18" fmla="*/ 27775 w 528643"/>
                    <a:gd name="connsiteY18" fmla="*/ 555509 h 591935"/>
                    <a:gd name="connsiteX19" fmla="*/ 203079 w 528643"/>
                    <a:gd name="connsiteY19" fmla="*/ 204901 h 591935"/>
                    <a:gd name="connsiteX20" fmla="*/ 241555 w 528643"/>
                    <a:gd name="connsiteY20" fmla="*/ 204901 h 591935"/>
                    <a:gd name="connsiteX21" fmla="*/ 241555 w 528643"/>
                    <a:gd name="connsiteY21" fmla="*/ 182134 h 591935"/>
                    <a:gd name="connsiteX22" fmla="*/ 207405 w 528643"/>
                    <a:gd name="connsiteY22" fmla="*/ 182134 h 591935"/>
                    <a:gd name="connsiteX23" fmla="*/ 207405 w 528643"/>
                    <a:gd name="connsiteY23" fmla="*/ 136600 h 591935"/>
                    <a:gd name="connsiteX24" fmla="*/ 241555 w 528643"/>
                    <a:gd name="connsiteY24" fmla="*/ 136600 h 591935"/>
                    <a:gd name="connsiteX25" fmla="*/ 241555 w 528643"/>
                    <a:gd name="connsiteY25" fmla="*/ 113834 h 591935"/>
                    <a:gd name="connsiteX26" fmla="*/ 207405 w 528643"/>
                    <a:gd name="connsiteY26" fmla="*/ 113834 h 591935"/>
                    <a:gd name="connsiteX27" fmla="*/ 207405 w 528643"/>
                    <a:gd name="connsiteY27" fmla="*/ 68300 h 591935"/>
                    <a:gd name="connsiteX28" fmla="*/ 275705 w 528643"/>
                    <a:gd name="connsiteY28" fmla="*/ 68300 h 591935"/>
                    <a:gd name="connsiteX29" fmla="*/ 275705 w 528643"/>
                    <a:gd name="connsiteY29" fmla="*/ 45533 h 591935"/>
                    <a:gd name="connsiteX30" fmla="*/ 161872 w 528643"/>
                    <a:gd name="connsiteY30" fmla="*/ 45533 h 591935"/>
                    <a:gd name="connsiteX31" fmla="*/ 161872 w 528643"/>
                    <a:gd name="connsiteY31" fmla="*/ 22767 h 591935"/>
                    <a:gd name="connsiteX32" fmla="*/ 366772 w 528643"/>
                    <a:gd name="connsiteY32" fmla="*/ 22767 h 591935"/>
                    <a:gd name="connsiteX33" fmla="*/ 366772 w 528643"/>
                    <a:gd name="connsiteY33" fmla="*/ 45533 h 591935"/>
                    <a:gd name="connsiteX34" fmla="*/ 321239 w 528643"/>
                    <a:gd name="connsiteY34" fmla="*/ 45533 h 591935"/>
                    <a:gd name="connsiteX35" fmla="*/ 321239 w 528643"/>
                    <a:gd name="connsiteY35" fmla="*/ 196249 h 591935"/>
                    <a:gd name="connsiteX36" fmla="*/ 500868 w 528643"/>
                    <a:gd name="connsiteY36" fmla="*/ 555509 h 591935"/>
                    <a:gd name="connsiteX37" fmla="*/ 487208 w 528643"/>
                    <a:gd name="connsiteY37" fmla="*/ 569169 h 591935"/>
                    <a:gd name="connsiteX38" fmla="*/ 450099 w 528643"/>
                    <a:gd name="connsiteY38" fmla="*/ 569169 h 591935"/>
                    <a:gd name="connsiteX39" fmla="*/ 459433 w 528643"/>
                    <a:gd name="connsiteY39" fmla="*/ 591935 h 591935"/>
                    <a:gd name="connsiteX40" fmla="*/ 496770 w 528643"/>
                    <a:gd name="connsiteY40" fmla="*/ 591935 h 591935"/>
                    <a:gd name="connsiteX41" fmla="*/ 528644 w 528643"/>
                    <a:gd name="connsiteY41" fmla="*/ 560062 h 591935"/>
                    <a:gd name="connsiteX42" fmla="*/ 344006 w 528643"/>
                    <a:gd name="connsiteY42" fmla="*/ 190785 h 591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528643" h="591935">
                      <a:moveTo>
                        <a:pt x="344006" y="68300"/>
                      </a:moveTo>
                      <a:lnTo>
                        <a:pt x="366772" y="68300"/>
                      </a:lnTo>
                      <a:lnTo>
                        <a:pt x="366772" y="68300"/>
                      </a:lnTo>
                      <a:lnTo>
                        <a:pt x="389539" y="45533"/>
                      </a:lnTo>
                      <a:lnTo>
                        <a:pt x="389539" y="22767"/>
                      </a:lnTo>
                      <a:lnTo>
                        <a:pt x="366772" y="0"/>
                      </a:lnTo>
                      <a:lnTo>
                        <a:pt x="161872" y="0"/>
                      </a:lnTo>
                      <a:lnTo>
                        <a:pt x="139105" y="22767"/>
                      </a:lnTo>
                      <a:lnTo>
                        <a:pt x="139105" y="45533"/>
                      </a:lnTo>
                      <a:lnTo>
                        <a:pt x="161872" y="68300"/>
                      </a:lnTo>
                      <a:lnTo>
                        <a:pt x="161872" y="68300"/>
                      </a:lnTo>
                      <a:lnTo>
                        <a:pt x="184638" y="68300"/>
                      </a:lnTo>
                      <a:lnTo>
                        <a:pt x="184638" y="190785"/>
                      </a:lnTo>
                      <a:lnTo>
                        <a:pt x="0" y="560062"/>
                      </a:lnTo>
                      <a:lnTo>
                        <a:pt x="31873" y="591935"/>
                      </a:lnTo>
                      <a:lnTo>
                        <a:pt x="271607" y="591935"/>
                      </a:lnTo>
                      <a:lnTo>
                        <a:pt x="262273" y="569169"/>
                      </a:lnTo>
                      <a:lnTo>
                        <a:pt x="41435" y="569169"/>
                      </a:lnTo>
                      <a:lnTo>
                        <a:pt x="27775" y="555509"/>
                      </a:lnTo>
                      <a:lnTo>
                        <a:pt x="203079" y="204901"/>
                      </a:lnTo>
                      <a:lnTo>
                        <a:pt x="241555" y="204901"/>
                      </a:lnTo>
                      <a:lnTo>
                        <a:pt x="241555" y="182134"/>
                      </a:lnTo>
                      <a:lnTo>
                        <a:pt x="207405" y="182134"/>
                      </a:lnTo>
                      <a:lnTo>
                        <a:pt x="207405" y="136600"/>
                      </a:lnTo>
                      <a:lnTo>
                        <a:pt x="241555" y="136600"/>
                      </a:lnTo>
                      <a:lnTo>
                        <a:pt x="241555" y="113834"/>
                      </a:lnTo>
                      <a:lnTo>
                        <a:pt x="207405" y="113834"/>
                      </a:lnTo>
                      <a:lnTo>
                        <a:pt x="207405" y="68300"/>
                      </a:lnTo>
                      <a:lnTo>
                        <a:pt x="275705" y="68300"/>
                      </a:lnTo>
                      <a:lnTo>
                        <a:pt x="275705" y="45533"/>
                      </a:lnTo>
                      <a:lnTo>
                        <a:pt x="161872" y="45533"/>
                      </a:lnTo>
                      <a:lnTo>
                        <a:pt x="161872" y="22767"/>
                      </a:lnTo>
                      <a:lnTo>
                        <a:pt x="366772" y="22767"/>
                      </a:lnTo>
                      <a:lnTo>
                        <a:pt x="366772" y="45533"/>
                      </a:lnTo>
                      <a:lnTo>
                        <a:pt x="321239" y="45533"/>
                      </a:lnTo>
                      <a:lnTo>
                        <a:pt x="321239" y="196249"/>
                      </a:lnTo>
                      <a:lnTo>
                        <a:pt x="500868" y="555509"/>
                      </a:lnTo>
                      <a:lnTo>
                        <a:pt x="487208" y="569169"/>
                      </a:lnTo>
                      <a:lnTo>
                        <a:pt x="450099" y="569169"/>
                      </a:lnTo>
                      <a:lnTo>
                        <a:pt x="459433" y="591935"/>
                      </a:lnTo>
                      <a:lnTo>
                        <a:pt x="496770" y="591935"/>
                      </a:lnTo>
                      <a:lnTo>
                        <a:pt x="528644" y="560062"/>
                      </a:lnTo>
                      <a:lnTo>
                        <a:pt x="344006" y="190785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109" name="Freeform 65">
                  <a:extLst>
                    <a:ext uri="{FF2B5EF4-FFF2-40B4-BE49-F238E27FC236}">
                      <a16:creationId xmlns:a16="http://schemas.microsoft.com/office/drawing/2014/main" id="{89B0810D-0070-8842-F3B5-EF03037DFD21}"/>
                    </a:ext>
                  </a:extLst>
                </p:cNvPr>
                <p:cNvSpPr/>
                <p:nvPr/>
              </p:nvSpPr>
              <p:spPr>
                <a:xfrm>
                  <a:off x="5043775" y="1958420"/>
                  <a:ext cx="312815" cy="227667"/>
                </a:xfrm>
                <a:custGeom>
                  <a:avLst/>
                  <a:gdLst>
                    <a:gd name="connsiteX0" fmla="*/ 103816 w 312815"/>
                    <a:gd name="connsiteY0" fmla="*/ 0 h 227667"/>
                    <a:gd name="connsiteX1" fmla="*/ 0 w 312815"/>
                    <a:gd name="connsiteY1" fmla="*/ 207860 h 227667"/>
                    <a:gd name="connsiteX2" fmla="*/ 19807 w 312815"/>
                    <a:gd name="connsiteY2" fmla="*/ 227667 h 227667"/>
                    <a:gd name="connsiteX3" fmla="*/ 76724 w 312815"/>
                    <a:gd name="connsiteY3" fmla="*/ 227667 h 227667"/>
                    <a:gd name="connsiteX4" fmla="*/ 115883 w 312815"/>
                    <a:gd name="connsiteY4" fmla="*/ 216056 h 227667"/>
                    <a:gd name="connsiteX5" fmla="*/ 156408 w 312815"/>
                    <a:gd name="connsiteY5" fmla="*/ 204901 h 227667"/>
                    <a:gd name="connsiteX6" fmla="*/ 196932 w 312815"/>
                    <a:gd name="connsiteY6" fmla="*/ 216056 h 227667"/>
                    <a:gd name="connsiteX7" fmla="*/ 236091 w 312815"/>
                    <a:gd name="connsiteY7" fmla="*/ 227667 h 227667"/>
                    <a:gd name="connsiteX8" fmla="*/ 293008 w 312815"/>
                    <a:gd name="connsiteY8" fmla="*/ 227667 h 227667"/>
                    <a:gd name="connsiteX9" fmla="*/ 312815 w 312815"/>
                    <a:gd name="connsiteY9" fmla="*/ 207860 h 227667"/>
                    <a:gd name="connsiteX10" fmla="*/ 208999 w 312815"/>
                    <a:gd name="connsiteY10" fmla="*/ 0 h 227667"/>
                    <a:gd name="connsiteX11" fmla="*/ 103816 w 312815"/>
                    <a:gd name="connsiteY11" fmla="*/ 0 h 227667"/>
                    <a:gd name="connsiteX12" fmla="*/ 236091 w 312815"/>
                    <a:gd name="connsiteY12" fmla="*/ 204901 h 227667"/>
                    <a:gd name="connsiteX13" fmla="*/ 208316 w 312815"/>
                    <a:gd name="connsiteY13" fmla="*/ 196249 h 227667"/>
                    <a:gd name="connsiteX14" fmla="*/ 156408 w 312815"/>
                    <a:gd name="connsiteY14" fmla="*/ 182134 h 227667"/>
                    <a:gd name="connsiteX15" fmla="*/ 104499 w 312815"/>
                    <a:gd name="connsiteY15" fmla="*/ 196249 h 227667"/>
                    <a:gd name="connsiteX16" fmla="*/ 76724 w 312815"/>
                    <a:gd name="connsiteY16" fmla="*/ 204901 h 227667"/>
                    <a:gd name="connsiteX17" fmla="*/ 26865 w 312815"/>
                    <a:gd name="connsiteY17" fmla="*/ 204901 h 227667"/>
                    <a:gd name="connsiteX18" fmla="*/ 117932 w 312815"/>
                    <a:gd name="connsiteY18" fmla="*/ 22767 h 227667"/>
                    <a:gd name="connsiteX19" fmla="*/ 194883 w 312815"/>
                    <a:gd name="connsiteY19" fmla="*/ 22767 h 227667"/>
                    <a:gd name="connsiteX20" fmla="*/ 285950 w 312815"/>
                    <a:gd name="connsiteY20" fmla="*/ 204901 h 227667"/>
                    <a:gd name="connsiteX21" fmla="*/ 236091 w 312815"/>
                    <a:gd name="connsiteY21" fmla="*/ 204901 h 2276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312815" h="227667">
                      <a:moveTo>
                        <a:pt x="103816" y="0"/>
                      </a:moveTo>
                      <a:lnTo>
                        <a:pt x="0" y="207860"/>
                      </a:lnTo>
                      <a:lnTo>
                        <a:pt x="19807" y="227667"/>
                      </a:lnTo>
                      <a:lnTo>
                        <a:pt x="76724" y="227667"/>
                      </a:lnTo>
                      <a:cubicBezTo>
                        <a:pt x="95620" y="227667"/>
                        <a:pt x="106321" y="221520"/>
                        <a:pt x="115883" y="216056"/>
                      </a:cubicBezTo>
                      <a:cubicBezTo>
                        <a:pt x="125672" y="210365"/>
                        <a:pt x="135007" y="204901"/>
                        <a:pt x="156408" y="204901"/>
                      </a:cubicBezTo>
                      <a:cubicBezTo>
                        <a:pt x="177808" y="204901"/>
                        <a:pt x="187143" y="210365"/>
                        <a:pt x="196932" y="216056"/>
                      </a:cubicBezTo>
                      <a:cubicBezTo>
                        <a:pt x="206494" y="221520"/>
                        <a:pt x="217195" y="227667"/>
                        <a:pt x="236091" y="227667"/>
                      </a:cubicBezTo>
                      <a:lnTo>
                        <a:pt x="293008" y="227667"/>
                      </a:lnTo>
                      <a:lnTo>
                        <a:pt x="312815" y="207860"/>
                      </a:lnTo>
                      <a:lnTo>
                        <a:pt x="208999" y="0"/>
                      </a:lnTo>
                      <a:lnTo>
                        <a:pt x="103816" y="0"/>
                      </a:lnTo>
                      <a:close/>
                      <a:moveTo>
                        <a:pt x="236091" y="204901"/>
                      </a:moveTo>
                      <a:cubicBezTo>
                        <a:pt x="223342" y="204901"/>
                        <a:pt x="216967" y="201258"/>
                        <a:pt x="208316" y="196249"/>
                      </a:cubicBezTo>
                      <a:cubicBezTo>
                        <a:pt x="197388" y="189875"/>
                        <a:pt x="183728" y="182134"/>
                        <a:pt x="156408" y="182134"/>
                      </a:cubicBezTo>
                      <a:cubicBezTo>
                        <a:pt x="129087" y="182134"/>
                        <a:pt x="115427" y="189875"/>
                        <a:pt x="104499" y="196249"/>
                      </a:cubicBezTo>
                      <a:cubicBezTo>
                        <a:pt x="95848" y="201258"/>
                        <a:pt x="89473" y="204901"/>
                        <a:pt x="76724" y="204901"/>
                      </a:cubicBezTo>
                      <a:lnTo>
                        <a:pt x="26865" y="204901"/>
                      </a:lnTo>
                      <a:lnTo>
                        <a:pt x="117932" y="22767"/>
                      </a:lnTo>
                      <a:lnTo>
                        <a:pt x="194883" y="22767"/>
                      </a:lnTo>
                      <a:lnTo>
                        <a:pt x="285950" y="204901"/>
                      </a:lnTo>
                      <a:lnTo>
                        <a:pt x="236091" y="204901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81" name="TextBox 61">
              <a:extLst>
                <a:ext uri="{FF2B5EF4-FFF2-40B4-BE49-F238E27FC236}">
                  <a16:creationId xmlns:a16="http://schemas.microsoft.com/office/drawing/2014/main" id="{2401A87A-8190-28CE-A516-F20EFECCF172}"/>
                </a:ext>
              </a:extLst>
            </p:cNvPr>
            <p:cNvSpPr txBox="1"/>
            <p:nvPr/>
          </p:nvSpPr>
          <p:spPr>
            <a:xfrm>
              <a:off x="6647972" y="6047264"/>
              <a:ext cx="928139" cy="359073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Accenture</a:t>
              </a:r>
              <a:b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</a:br>
              <a:r>
                <a:rPr kumimoji="0" lang="pt-BR" sz="1400" i="0" u="none" strike="noStrike" kern="1200" cap="none" spc="0" normalizeH="0" baseline="0" noProof="0" err="1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Studios</a:t>
              </a:r>
              <a:endParaRPr kumimoji="0" lang="pt-BR" sz="1400" i="0" u="none" strike="noStrike" kern="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"/>
              </a:endParaRPr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80029D36-D6F4-CD30-2A64-1818DD53735E}"/>
                </a:ext>
              </a:extLst>
            </p:cNvPr>
            <p:cNvGrpSpPr/>
            <p:nvPr/>
          </p:nvGrpSpPr>
          <p:grpSpPr>
            <a:xfrm>
              <a:off x="6845798" y="5401677"/>
              <a:ext cx="532489" cy="532489"/>
              <a:chOff x="6845798" y="5193340"/>
              <a:chExt cx="532489" cy="53248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E0238DD4-A99B-A8CA-BA9C-CA39A1C3E3A0}"/>
                  </a:ext>
                </a:extLst>
              </p:cNvPr>
              <p:cNvSpPr/>
              <p:nvPr/>
            </p:nvSpPr>
            <p:spPr>
              <a:xfrm>
                <a:off x="6845798" y="5193340"/>
                <a:ext cx="532489" cy="53248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grpSp>
            <p:nvGrpSpPr>
              <p:cNvPr id="103" name="Graphic 26">
                <a:extLst>
                  <a:ext uri="{FF2B5EF4-FFF2-40B4-BE49-F238E27FC236}">
                    <a16:creationId xmlns:a16="http://schemas.microsoft.com/office/drawing/2014/main" id="{1599E161-5005-FC0C-06D1-C85864672AE7}"/>
                  </a:ext>
                </a:extLst>
              </p:cNvPr>
              <p:cNvGrpSpPr/>
              <p:nvPr/>
            </p:nvGrpSpPr>
            <p:grpSpPr>
              <a:xfrm>
                <a:off x="6989430" y="5301865"/>
                <a:ext cx="245224" cy="315439"/>
                <a:chOff x="6830644" y="1660176"/>
                <a:chExt cx="477873" cy="614702"/>
              </a:xfrm>
              <a:solidFill>
                <a:schemeClr val="accent1"/>
              </a:solidFill>
            </p:grpSpPr>
            <p:sp>
              <p:nvSpPr>
                <p:cNvPr id="104" name="Freeform 71">
                  <a:extLst>
                    <a:ext uri="{FF2B5EF4-FFF2-40B4-BE49-F238E27FC236}">
                      <a16:creationId xmlns:a16="http://schemas.microsoft.com/office/drawing/2014/main" id="{48419ABF-D60D-A17C-CF79-54687EA61AE6}"/>
                    </a:ext>
                  </a:extLst>
                </p:cNvPr>
                <p:cNvSpPr/>
                <p:nvPr/>
              </p:nvSpPr>
              <p:spPr>
                <a:xfrm>
                  <a:off x="6830644" y="1660176"/>
                  <a:ext cx="477873" cy="614702"/>
                </a:xfrm>
                <a:custGeom>
                  <a:avLst/>
                  <a:gdLst>
                    <a:gd name="connsiteX0" fmla="*/ 361536 w 477873"/>
                    <a:gd name="connsiteY0" fmla="*/ 94937 h 614702"/>
                    <a:gd name="connsiteX1" fmla="*/ 258858 w 477873"/>
                    <a:gd name="connsiteY1" fmla="*/ 0 h 614702"/>
                    <a:gd name="connsiteX2" fmla="*/ 219244 w 477873"/>
                    <a:gd name="connsiteY2" fmla="*/ 0 h 614702"/>
                    <a:gd name="connsiteX3" fmla="*/ 116566 w 477873"/>
                    <a:gd name="connsiteY3" fmla="*/ 94937 h 614702"/>
                    <a:gd name="connsiteX4" fmla="*/ 0 w 477873"/>
                    <a:gd name="connsiteY4" fmla="*/ 375651 h 614702"/>
                    <a:gd name="connsiteX5" fmla="*/ 239051 w 477873"/>
                    <a:gd name="connsiteY5" fmla="*/ 614702 h 614702"/>
                    <a:gd name="connsiteX6" fmla="*/ 239051 w 477873"/>
                    <a:gd name="connsiteY6" fmla="*/ 591935 h 614702"/>
                    <a:gd name="connsiteX7" fmla="*/ 22767 w 477873"/>
                    <a:gd name="connsiteY7" fmla="*/ 375651 h 614702"/>
                    <a:gd name="connsiteX8" fmla="*/ 133413 w 477873"/>
                    <a:gd name="connsiteY8" fmla="*/ 110419 h 614702"/>
                    <a:gd name="connsiteX9" fmla="*/ 239051 w 477873"/>
                    <a:gd name="connsiteY9" fmla="*/ 13888 h 614702"/>
                    <a:gd name="connsiteX10" fmla="*/ 344233 w 477873"/>
                    <a:gd name="connsiteY10" fmla="*/ 109963 h 614702"/>
                    <a:gd name="connsiteX11" fmla="*/ 455107 w 477873"/>
                    <a:gd name="connsiteY11" fmla="*/ 364268 h 614702"/>
                    <a:gd name="connsiteX12" fmla="*/ 477874 w 477873"/>
                    <a:gd name="connsiteY12" fmla="*/ 364268 h 614702"/>
                    <a:gd name="connsiteX13" fmla="*/ 361536 w 477873"/>
                    <a:gd name="connsiteY13" fmla="*/ 94937 h 614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477873" h="614702">
                      <a:moveTo>
                        <a:pt x="361536" y="94937"/>
                      </a:moveTo>
                      <a:cubicBezTo>
                        <a:pt x="320328" y="47583"/>
                        <a:pt x="279576" y="15026"/>
                        <a:pt x="258858" y="0"/>
                      </a:cubicBezTo>
                      <a:lnTo>
                        <a:pt x="219244" y="0"/>
                      </a:lnTo>
                      <a:cubicBezTo>
                        <a:pt x="198754" y="15026"/>
                        <a:pt x="157774" y="47583"/>
                        <a:pt x="116566" y="94937"/>
                      </a:cubicBezTo>
                      <a:cubicBezTo>
                        <a:pt x="40297" y="182817"/>
                        <a:pt x="0" y="279803"/>
                        <a:pt x="0" y="375651"/>
                      </a:cubicBezTo>
                      <a:cubicBezTo>
                        <a:pt x="0" y="507471"/>
                        <a:pt x="107231" y="614702"/>
                        <a:pt x="239051" y="614702"/>
                      </a:cubicBezTo>
                      <a:lnTo>
                        <a:pt x="239051" y="591935"/>
                      </a:lnTo>
                      <a:cubicBezTo>
                        <a:pt x="119753" y="591935"/>
                        <a:pt x="22767" y="494949"/>
                        <a:pt x="22767" y="375651"/>
                      </a:cubicBezTo>
                      <a:cubicBezTo>
                        <a:pt x="22767" y="261818"/>
                        <a:pt x="82871" y="168474"/>
                        <a:pt x="133413" y="110419"/>
                      </a:cubicBezTo>
                      <a:cubicBezTo>
                        <a:pt x="177808" y="59194"/>
                        <a:pt x="222886" y="25271"/>
                        <a:pt x="239051" y="13888"/>
                      </a:cubicBezTo>
                      <a:cubicBezTo>
                        <a:pt x="255215" y="25271"/>
                        <a:pt x="299838" y="58966"/>
                        <a:pt x="344233" y="109963"/>
                      </a:cubicBezTo>
                      <a:cubicBezTo>
                        <a:pt x="393182" y="166197"/>
                        <a:pt x="451237" y="255443"/>
                        <a:pt x="455107" y="364268"/>
                      </a:cubicBezTo>
                      <a:lnTo>
                        <a:pt x="477874" y="364268"/>
                      </a:lnTo>
                      <a:cubicBezTo>
                        <a:pt x="474914" y="272063"/>
                        <a:pt x="434845" y="179174"/>
                        <a:pt x="361536" y="94937"/>
                      </a:cubicBezTo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105" name="Freeform 72">
                  <a:extLst>
                    <a:ext uri="{FF2B5EF4-FFF2-40B4-BE49-F238E27FC236}">
                      <a16:creationId xmlns:a16="http://schemas.microsoft.com/office/drawing/2014/main" id="{7062F79D-0B84-01CB-6180-A9F1A556D473}"/>
                    </a:ext>
                  </a:extLst>
                </p:cNvPr>
                <p:cNvSpPr/>
                <p:nvPr/>
              </p:nvSpPr>
              <p:spPr>
                <a:xfrm>
                  <a:off x="6898945" y="2001677"/>
                  <a:ext cx="341501" cy="204900"/>
                </a:xfrm>
                <a:custGeom>
                  <a:avLst/>
                  <a:gdLst>
                    <a:gd name="connsiteX0" fmla="*/ 307351 w 341501"/>
                    <a:gd name="connsiteY0" fmla="*/ 0 h 204900"/>
                    <a:gd name="connsiteX1" fmla="*/ 276616 w 341501"/>
                    <a:gd name="connsiteY1" fmla="*/ 14798 h 204900"/>
                    <a:gd name="connsiteX2" fmla="*/ 261818 w 341501"/>
                    <a:gd name="connsiteY2" fmla="*/ 22767 h 204900"/>
                    <a:gd name="connsiteX3" fmla="*/ 247019 w 341501"/>
                    <a:gd name="connsiteY3" fmla="*/ 14798 h 204900"/>
                    <a:gd name="connsiteX4" fmla="*/ 216284 w 341501"/>
                    <a:gd name="connsiteY4" fmla="*/ 0 h 204900"/>
                    <a:gd name="connsiteX5" fmla="*/ 185549 w 341501"/>
                    <a:gd name="connsiteY5" fmla="*/ 14798 h 204900"/>
                    <a:gd name="connsiteX6" fmla="*/ 170751 w 341501"/>
                    <a:gd name="connsiteY6" fmla="*/ 22767 h 204900"/>
                    <a:gd name="connsiteX7" fmla="*/ 155952 w 341501"/>
                    <a:gd name="connsiteY7" fmla="*/ 14798 h 204900"/>
                    <a:gd name="connsiteX8" fmla="*/ 125217 w 341501"/>
                    <a:gd name="connsiteY8" fmla="*/ 0 h 204900"/>
                    <a:gd name="connsiteX9" fmla="*/ 94482 w 341501"/>
                    <a:gd name="connsiteY9" fmla="*/ 14798 h 204900"/>
                    <a:gd name="connsiteX10" fmla="*/ 79684 w 341501"/>
                    <a:gd name="connsiteY10" fmla="*/ 22767 h 204900"/>
                    <a:gd name="connsiteX11" fmla="*/ 64885 w 341501"/>
                    <a:gd name="connsiteY11" fmla="*/ 14798 h 204900"/>
                    <a:gd name="connsiteX12" fmla="*/ 34150 w 341501"/>
                    <a:gd name="connsiteY12" fmla="*/ 0 h 204900"/>
                    <a:gd name="connsiteX13" fmla="*/ 22767 w 341501"/>
                    <a:gd name="connsiteY13" fmla="*/ 0 h 204900"/>
                    <a:gd name="connsiteX14" fmla="*/ 0 w 341501"/>
                    <a:gd name="connsiteY14" fmla="*/ 22767 h 204900"/>
                    <a:gd name="connsiteX15" fmla="*/ 0 w 341501"/>
                    <a:gd name="connsiteY15" fmla="*/ 34150 h 204900"/>
                    <a:gd name="connsiteX16" fmla="*/ 170751 w 341501"/>
                    <a:gd name="connsiteY16" fmla="*/ 204901 h 204900"/>
                    <a:gd name="connsiteX17" fmla="*/ 341501 w 341501"/>
                    <a:gd name="connsiteY17" fmla="*/ 34150 h 204900"/>
                    <a:gd name="connsiteX18" fmla="*/ 341501 w 341501"/>
                    <a:gd name="connsiteY18" fmla="*/ 22767 h 204900"/>
                    <a:gd name="connsiteX19" fmla="*/ 318734 w 341501"/>
                    <a:gd name="connsiteY19" fmla="*/ 0 h 204900"/>
                    <a:gd name="connsiteX20" fmla="*/ 307351 w 341501"/>
                    <a:gd name="connsiteY20" fmla="*/ 0 h 204900"/>
                    <a:gd name="connsiteX21" fmla="*/ 318734 w 341501"/>
                    <a:gd name="connsiteY21" fmla="*/ 34150 h 204900"/>
                    <a:gd name="connsiteX22" fmla="*/ 170751 w 341501"/>
                    <a:gd name="connsiteY22" fmla="*/ 182134 h 204900"/>
                    <a:gd name="connsiteX23" fmla="*/ 22767 w 341501"/>
                    <a:gd name="connsiteY23" fmla="*/ 34150 h 204900"/>
                    <a:gd name="connsiteX24" fmla="*/ 22767 w 341501"/>
                    <a:gd name="connsiteY24" fmla="*/ 22767 h 204900"/>
                    <a:gd name="connsiteX25" fmla="*/ 34150 w 341501"/>
                    <a:gd name="connsiteY25" fmla="*/ 22767 h 204900"/>
                    <a:gd name="connsiteX26" fmla="*/ 48949 w 341501"/>
                    <a:gd name="connsiteY26" fmla="*/ 30735 h 204900"/>
                    <a:gd name="connsiteX27" fmla="*/ 79684 w 341501"/>
                    <a:gd name="connsiteY27" fmla="*/ 45533 h 204900"/>
                    <a:gd name="connsiteX28" fmla="*/ 110419 w 341501"/>
                    <a:gd name="connsiteY28" fmla="*/ 30735 h 204900"/>
                    <a:gd name="connsiteX29" fmla="*/ 125217 w 341501"/>
                    <a:gd name="connsiteY29" fmla="*/ 22767 h 204900"/>
                    <a:gd name="connsiteX30" fmla="*/ 140015 w 341501"/>
                    <a:gd name="connsiteY30" fmla="*/ 30735 h 204900"/>
                    <a:gd name="connsiteX31" fmla="*/ 170751 w 341501"/>
                    <a:gd name="connsiteY31" fmla="*/ 45533 h 204900"/>
                    <a:gd name="connsiteX32" fmla="*/ 201486 w 341501"/>
                    <a:gd name="connsiteY32" fmla="*/ 30735 h 204900"/>
                    <a:gd name="connsiteX33" fmla="*/ 216284 w 341501"/>
                    <a:gd name="connsiteY33" fmla="*/ 22767 h 204900"/>
                    <a:gd name="connsiteX34" fmla="*/ 231082 w 341501"/>
                    <a:gd name="connsiteY34" fmla="*/ 30735 h 204900"/>
                    <a:gd name="connsiteX35" fmla="*/ 261818 w 341501"/>
                    <a:gd name="connsiteY35" fmla="*/ 45533 h 204900"/>
                    <a:gd name="connsiteX36" fmla="*/ 292553 w 341501"/>
                    <a:gd name="connsiteY36" fmla="*/ 30735 h 204900"/>
                    <a:gd name="connsiteX37" fmla="*/ 307351 w 341501"/>
                    <a:gd name="connsiteY37" fmla="*/ 22767 h 204900"/>
                    <a:gd name="connsiteX38" fmla="*/ 318734 w 341501"/>
                    <a:gd name="connsiteY38" fmla="*/ 22767 h 204900"/>
                    <a:gd name="connsiteX39" fmla="*/ 318734 w 341501"/>
                    <a:gd name="connsiteY39" fmla="*/ 34150 h 204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</a:cxnLst>
                  <a:rect l="l" t="t" r="r" b="b"/>
                  <a:pathLst>
                    <a:path w="341501" h="204900">
                      <a:moveTo>
                        <a:pt x="307351" y="0"/>
                      </a:moveTo>
                      <a:cubicBezTo>
                        <a:pt x="291187" y="0"/>
                        <a:pt x="282763" y="8424"/>
                        <a:pt x="276616" y="14798"/>
                      </a:cubicBezTo>
                      <a:cubicBezTo>
                        <a:pt x="270924" y="20490"/>
                        <a:pt x="268192" y="22767"/>
                        <a:pt x="261818" y="22767"/>
                      </a:cubicBezTo>
                      <a:cubicBezTo>
                        <a:pt x="255443" y="22767"/>
                        <a:pt x="252711" y="20262"/>
                        <a:pt x="247019" y="14798"/>
                      </a:cubicBezTo>
                      <a:cubicBezTo>
                        <a:pt x="240872" y="8651"/>
                        <a:pt x="232221" y="0"/>
                        <a:pt x="216284" y="0"/>
                      </a:cubicBezTo>
                      <a:cubicBezTo>
                        <a:pt x="200347" y="0"/>
                        <a:pt x="191696" y="8424"/>
                        <a:pt x="185549" y="14798"/>
                      </a:cubicBezTo>
                      <a:cubicBezTo>
                        <a:pt x="179857" y="20490"/>
                        <a:pt x="177125" y="22767"/>
                        <a:pt x="170751" y="22767"/>
                      </a:cubicBezTo>
                      <a:cubicBezTo>
                        <a:pt x="164376" y="22767"/>
                        <a:pt x="161644" y="20262"/>
                        <a:pt x="155952" y="14798"/>
                      </a:cubicBezTo>
                      <a:cubicBezTo>
                        <a:pt x="149805" y="8651"/>
                        <a:pt x="141154" y="0"/>
                        <a:pt x="125217" y="0"/>
                      </a:cubicBezTo>
                      <a:cubicBezTo>
                        <a:pt x="109280" y="0"/>
                        <a:pt x="100629" y="8424"/>
                        <a:pt x="94482" y="14798"/>
                      </a:cubicBezTo>
                      <a:cubicBezTo>
                        <a:pt x="88790" y="20490"/>
                        <a:pt x="86058" y="22767"/>
                        <a:pt x="79684" y="22767"/>
                      </a:cubicBezTo>
                      <a:cubicBezTo>
                        <a:pt x="73309" y="22767"/>
                        <a:pt x="70577" y="20262"/>
                        <a:pt x="64885" y="14798"/>
                      </a:cubicBezTo>
                      <a:cubicBezTo>
                        <a:pt x="58738" y="8651"/>
                        <a:pt x="50087" y="0"/>
                        <a:pt x="34150" y="0"/>
                      </a:cubicBezTo>
                      <a:lnTo>
                        <a:pt x="22767" y="0"/>
                      </a:lnTo>
                      <a:lnTo>
                        <a:pt x="0" y="22767"/>
                      </a:lnTo>
                      <a:lnTo>
                        <a:pt x="0" y="34150"/>
                      </a:lnTo>
                      <a:cubicBezTo>
                        <a:pt x="0" y="128404"/>
                        <a:pt x="76496" y="204901"/>
                        <a:pt x="170751" y="204901"/>
                      </a:cubicBezTo>
                      <a:cubicBezTo>
                        <a:pt x="265005" y="204901"/>
                        <a:pt x="341501" y="128404"/>
                        <a:pt x="341501" y="34150"/>
                      </a:cubicBezTo>
                      <a:lnTo>
                        <a:pt x="341501" y="22767"/>
                      </a:lnTo>
                      <a:lnTo>
                        <a:pt x="318734" y="0"/>
                      </a:lnTo>
                      <a:lnTo>
                        <a:pt x="307351" y="0"/>
                      </a:lnTo>
                      <a:close/>
                      <a:moveTo>
                        <a:pt x="318734" y="34150"/>
                      </a:moveTo>
                      <a:cubicBezTo>
                        <a:pt x="318734" y="115655"/>
                        <a:pt x="252256" y="182134"/>
                        <a:pt x="170751" y="182134"/>
                      </a:cubicBezTo>
                      <a:cubicBezTo>
                        <a:pt x="89246" y="182134"/>
                        <a:pt x="22767" y="115655"/>
                        <a:pt x="22767" y="34150"/>
                      </a:cubicBezTo>
                      <a:lnTo>
                        <a:pt x="22767" y="22767"/>
                      </a:lnTo>
                      <a:lnTo>
                        <a:pt x="34150" y="22767"/>
                      </a:lnTo>
                      <a:cubicBezTo>
                        <a:pt x="40525" y="22767"/>
                        <a:pt x="43257" y="25271"/>
                        <a:pt x="48949" y="30735"/>
                      </a:cubicBezTo>
                      <a:cubicBezTo>
                        <a:pt x="55096" y="36882"/>
                        <a:pt x="63747" y="45533"/>
                        <a:pt x="79684" y="45533"/>
                      </a:cubicBezTo>
                      <a:cubicBezTo>
                        <a:pt x="95620" y="45533"/>
                        <a:pt x="104272" y="37110"/>
                        <a:pt x="110419" y="30735"/>
                      </a:cubicBezTo>
                      <a:cubicBezTo>
                        <a:pt x="116110" y="25043"/>
                        <a:pt x="118842" y="22767"/>
                        <a:pt x="125217" y="22767"/>
                      </a:cubicBezTo>
                      <a:cubicBezTo>
                        <a:pt x="131592" y="22767"/>
                        <a:pt x="134324" y="25271"/>
                        <a:pt x="140015" y="30735"/>
                      </a:cubicBezTo>
                      <a:cubicBezTo>
                        <a:pt x="146162" y="36882"/>
                        <a:pt x="154814" y="45533"/>
                        <a:pt x="170751" y="45533"/>
                      </a:cubicBezTo>
                      <a:cubicBezTo>
                        <a:pt x="186687" y="45533"/>
                        <a:pt x="195339" y="37110"/>
                        <a:pt x="201486" y="30735"/>
                      </a:cubicBezTo>
                      <a:cubicBezTo>
                        <a:pt x="207177" y="25043"/>
                        <a:pt x="209909" y="22767"/>
                        <a:pt x="216284" y="22767"/>
                      </a:cubicBezTo>
                      <a:cubicBezTo>
                        <a:pt x="222659" y="22767"/>
                        <a:pt x="225391" y="25271"/>
                        <a:pt x="231082" y="30735"/>
                      </a:cubicBezTo>
                      <a:cubicBezTo>
                        <a:pt x="237229" y="36882"/>
                        <a:pt x="245881" y="45533"/>
                        <a:pt x="261818" y="45533"/>
                      </a:cubicBezTo>
                      <a:cubicBezTo>
                        <a:pt x="277982" y="45533"/>
                        <a:pt x="286406" y="37110"/>
                        <a:pt x="292553" y="30735"/>
                      </a:cubicBezTo>
                      <a:cubicBezTo>
                        <a:pt x="298244" y="25043"/>
                        <a:pt x="300976" y="22767"/>
                        <a:pt x="307351" y="22767"/>
                      </a:cubicBezTo>
                      <a:lnTo>
                        <a:pt x="318734" y="22767"/>
                      </a:lnTo>
                      <a:lnTo>
                        <a:pt x="318734" y="34150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83" name="TextBox 61">
              <a:extLst>
                <a:ext uri="{FF2B5EF4-FFF2-40B4-BE49-F238E27FC236}">
                  <a16:creationId xmlns:a16="http://schemas.microsoft.com/office/drawing/2014/main" id="{BEC8725E-717B-F534-0CF0-9017DB0087B3}"/>
                </a:ext>
              </a:extLst>
            </p:cNvPr>
            <p:cNvSpPr txBox="1"/>
            <p:nvPr/>
          </p:nvSpPr>
          <p:spPr>
            <a:xfrm>
              <a:off x="8511854" y="6047264"/>
              <a:ext cx="1242327" cy="359073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i="0" u="none" strike="noStrike" kern="1200" cap="none" spc="0" normalizeH="0" baseline="0" noProof="0" err="1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Innovation</a:t>
              </a:r>
              <a:b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</a:br>
              <a: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Centers/Hubs</a:t>
              </a:r>
              <a:endParaRPr kumimoji="0" lang="pt-BR" sz="1400" i="0" u="none" strike="noStrike" kern="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"/>
              </a:endParaRPr>
            </a:p>
          </p:txBody>
        </p:sp>
        <p:grpSp>
          <p:nvGrpSpPr>
            <p:cNvPr id="84" name="Group 83">
              <a:extLst>
                <a:ext uri="{FF2B5EF4-FFF2-40B4-BE49-F238E27FC236}">
                  <a16:creationId xmlns:a16="http://schemas.microsoft.com/office/drawing/2014/main" id="{D794DC52-4B6A-686C-3761-FCC54EE752DB}"/>
                </a:ext>
              </a:extLst>
            </p:cNvPr>
            <p:cNvGrpSpPr/>
            <p:nvPr/>
          </p:nvGrpSpPr>
          <p:grpSpPr>
            <a:xfrm>
              <a:off x="8866775" y="5401677"/>
              <a:ext cx="532489" cy="532489"/>
              <a:chOff x="8866775" y="5193340"/>
              <a:chExt cx="532489" cy="53248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9015D89A-8F7F-C073-F80B-87D1E2F7BEC4}"/>
                  </a:ext>
                </a:extLst>
              </p:cNvPr>
              <p:cNvSpPr/>
              <p:nvPr/>
            </p:nvSpPr>
            <p:spPr>
              <a:xfrm>
                <a:off x="8866775" y="5193340"/>
                <a:ext cx="532489" cy="53248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sp>
            <p:nvSpPr>
              <p:cNvPr id="101" name="Freeform 77">
                <a:extLst>
                  <a:ext uri="{FF2B5EF4-FFF2-40B4-BE49-F238E27FC236}">
                    <a16:creationId xmlns:a16="http://schemas.microsoft.com/office/drawing/2014/main" id="{550E9696-6D89-9AA9-E8F5-6B0037602ADB}"/>
                  </a:ext>
                </a:extLst>
              </p:cNvPr>
              <p:cNvSpPr/>
              <p:nvPr/>
            </p:nvSpPr>
            <p:spPr>
              <a:xfrm>
                <a:off x="8988605" y="5301807"/>
                <a:ext cx="288829" cy="315556"/>
              </a:xfrm>
              <a:custGeom>
                <a:avLst/>
                <a:gdLst>
                  <a:gd name="connsiteX0" fmla="*/ 517743 w 562847"/>
                  <a:gd name="connsiteY0" fmla="*/ 307351 h 614929"/>
                  <a:gd name="connsiteX1" fmla="*/ 553942 w 562847"/>
                  <a:gd name="connsiteY1" fmla="*/ 165514 h 614929"/>
                  <a:gd name="connsiteX2" fmla="*/ 397762 w 562847"/>
                  <a:gd name="connsiteY2" fmla="*/ 115655 h 614929"/>
                  <a:gd name="connsiteX3" fmla="*/ 281424 w 562847"/>
                  <a:gd name="connsiteY3" fmla="*/ 0 h 614929"/>
                  <a:gd name="connsiteX4" fmla="*/ 173965 w 562847"/>
                  <a:gd name="connsiteY4" fmla="*/ 94027 h 614929"/>
                  <a:gd name="connsiteX5" fmla="*/ 197642 w 562847"/>
                  <a:gd name="connsiteY5" fmla="*/ 97897 h 614929"/>
                  <a:gd name="connsiteX6" fmla="*/ 281424 w 562847"/>
                  <a:gd name="connsiteY6" fmla="*/ 22767 h 614929"/>
                  <a:gd name="connsiteX7" fmla="*/ 374312 w 562847"/>
                  <a:gd name="connsiteY7" fmla="*/ 119070 h 614929"/>
                  <a:gd name="connsiteX8" fmla="*/ 281424 w 562847"/>
                  <a:gd name="connsiteY8" fmla="*/ 145479 h 614929"/>
                  <a:gd name="connsiteX9" fmla="*/ 8906 w 562847"/>
                  <a:gd name="connsiteY9" fmla="*/ 165514 h 614929"/>
                  <a:gd name="connsiteX10" fmla="*/ 45105 w 562847"/>
                  <a:gd name="connsiteY10" fmla="*/ 307351 h 614929"/>
                  <a:gd name="connsiteX11" fmla="*/ 8906 w 562847"/>
                  <a:gd name="connsiteY11" fmla="*/ 449188 h 614929"/>
                  <a:gd name="connsiteX12" fmla="*/ 127293 w 562847"/>
                  <a:gd name="connsiteY12" fmla="*/ 501551 h 614929"/>
                  <a:gd name="connsiteX13" fmla="*/ 349724 w 562847"/>
                  <a:gd name="connsiteY13" fmla="*/ 438715 h 614929"/>
                  <a:gd name="connsiteX14" fmla="*/ 371580 w 562847"/>
                  <a:gd name="connsiteY14" fmla="*/ 426876 h 614929"/>
                  <a:gd name="connsiteX15" fmla="*/ 376816 w 562847"/>
                  <a:gd name="connsiteY15" fmla="*/ 397280 h 614929"/>
                  <a:gd name="connsiteX16" fmla="*/ 339024 w 562847"/>
                  <a:gd name="connsiteY16" fmla="*/ 418680 h 614929"/>
                  <a:gd name="connsiteX17" fmla="*/ 281196 w 562847"/>
                  <a:gd name="connsiteY17" fmla="*/ 445090 h 614929"/>
                  <a:gd name="connsiteX18" fmla="*/ 223369 w 562847"/>
                  <a:gd name="connsiteY18" fmla="*/ 418680 h 614929"/>
                  <a:gd name="connsiteX19" fmla="*/ 90866 w 562847"/>
                  <a:gd name="connsiteY19" fmla="*/ 323971 h 614929"/>
                  <a:gd name="connsiteX20" fmla="*/ 76295 w 562847"/>
                  <a:gd name="connsiteY20" fmla="*/ 341957 h 614929"/>
                  <a:gd name="connsiteX21" fmla="*/ 213123 w 562847"/>
                  <a:gd name="connsiteY21" fmla="*/ 438943 h 614929"/>
                  <a:gd name="connsiteX22" fmla="*/ 249778 w 562847"/>
                  <a:gd name="connsiteY22" fmla="*/ 456473 h 614929"/>
                  <a:gd name="connsiteX23" fmla="*/ 28941 w 562847"/>
                  <a:gd name="connsiteY23" fmla="*/ 438943 h 614929"/>
                  <a:gd name="connsiteX24" fmla="*/ 223596 w 562847"/>
                  <a:gd name="connsiteY24" fmla="*/ 196477 h 614929"/>
                  <a:gd name="connsiteX25" fmla="*/ 251144 w 562847"/>
                  <a:gd name="connsiteY25" fmla="*/ 183045 h 614929"/>
                  <a:gd name="connsiteX26" fmla="*/ 219498 w 562847"/>
                  <a:gd name="connsiteY26" fmla="*/ 173027 h 614929"/>
                  <a:gd name="connsiteX27" fmla="*/ 212896 w 562847"/>
                  <a:gd name="connsiteY27" fmla="*/ 176442 h 614929"/>
                  <a:gd name="connsiteX28" fmla="*/ 60131 w 562847"/>
                  <a:gd name="connsiteY28" fmla="*/ 289821 h 614929"/>
                  <a:gd name="connsiteX29" fmla="*/ 28713 w 562847"/>
                  <a:gd name="connsiteY29" fmla="*/ 176215 h 614929"/>
                  <a:gd name="connsiteX30" fmla="*/ 125699 w 562847"/>
                  <a:gd name="connsiteY30" fmla="*/ 136373 h 614929"/>
                  <a:gd name="connsiteX31" fmla="*/ 339024 w 562847"/>
                  <a:gd name="connsiteY31" fmla="*/ 196477 h 614929"/>
                  <a:gd name="connsiteX32" fmla="*/ 377044 w 562847"/>
                  <a:gd name="connsiteY32" fmla="*/ 217878 h 614929"/>
                  <a:gd name="connsiteX33" fmla="*/ 371580 w 562847"/>
                  <a:gd name="connsiteY33" fmla="*/ 188053 h 614929"/>
                  <a:gd name="connsiteX34" fmla="*/ 349724 w 562847"/>
                  <a:gd name="connsiteY34" fmla="*/ 176215 h 614929"/>
                  <a:gd name="connsiteX35" fmla="*/ 313069 w 562847"/>
                  <a:gd name="connsiteY35" fmla="*/ 158457 h 614929"/>
                  <a:gd name="connsiteX36" fmla="*/ 382280 w 562847"/>
                  <a:gd name="connsiteY36" fmla="*/ 141154 h 614929"/>
                  <a:gd name="connsiteX37" fmla="*/ 406641 w 562847"/>
                  <a:gd name="connsiteY37" fmla="*/ 307351 h 614929"/>
                  <a:gd name="connsiteX38" fmla="*/ 382280 w 562847"/>
                  <a:gd name="connsiteY38" fmla="*/ 473548 h 614929"/>
                  <a:gd name="connsiteX39" fmla="*/ 346309 w 562847"/>
                  <a:gd name="connsiteY39" fmla="*/ 465808 h 614929"/>
                  <a:gd name="connsiteX40" fmla="*/ 313980 w 562847"/>
                  <a:gd name="connsiteY40" fmla="*/ 480606 h 614929"/>
                  <a:gd name="connsiteX41" fmla="*/ 374312 w 562847"/>
                  <a:gd name="connsiteY41" fmla="*/ 495632 h 614929"/>
                  <a:gd name="connsiteX42" fmla="*/ 281424 w 562847"/>
                  <a:gd name="connsiteY42" fmla="*/ 591935 h 614929"/>
                  <a:gd name="connsiteX43" fmla="*/ 197642 w 562847"/>
                  <a:gd name="connsiteY43" fmla="*/ 517033 h 614929"/>
                  <a:gd name="connsiteX44" fmla="*/ 173965 w 562847"/>
                  <a:gd name="connsiteY44" fmla="*/ 520903 h 614929"/>
                  <a:gd name="connsiteX45" fmla="*/ 281424 w 562847"/>
                  <a:gd name="connsiteY45" fmla="*/ 614930 h 614929"/>
                  <a:gd name="connsiteX46" fmla="*/ 397762 w 562847"/>
                  <a:gd name="connsiteY46" fmla="*/ 499502 h 614929"/>
                  <a:gd name="connsiteX47" fmla="*/ 435555 w 562847"/>
                  <a:gd name="connsiteY47" fmla="*/ 501779 h 614929"/>
                  <a:gd name="connsiteX48" fmla="*/ 553942 w 562847"/>
                  <a:gd name="connsiteY48" fmla="*/ 449416 h 614929"/>
                  <a:gd name="connsiteX49" fmla="*/ 517743 w 562847"/>
                  <a:gd name="connsiteY49" fmla="*/ 307351 h 614929"/>
                  <a:gd name="connsiteX50" fmla="*/ 405502 w 562847"/>
                  <a:gd name="connsiteY50" fmla="*/ 137966 h 614929"/>
                  <a:gd name="connsiteX51" fmla="*/ 436693 w 562847"/>
                  <a:gd name="connsiteY51" fmla="*/ 136145 h 614929"/>
                  <a:gd name="connsiteX52" fmla="*/ 533679 w 562847"/>
                  <a:gd name="connsiteY52" fmla="*/ 175987 h 614929"/>
                  <a:gd name="connsiteX53" fmla="*/ 502261 w 562847"/>
                  <a:gd name="connsiteY53" fmla="*/ 289365 h 614929"/>
                  <a:gd name="connsiteX54" fmla="*/ 423488 w 562847"/>
                  <a:gd name="connsiteY54" fmla="*/ 220837 h 614929"/>
                  <a:gd name="connsiteX55" fmla="*/ 405502 w 562847"/>
                  <a:gd name="connsiteY55" fmla="*/ 137966 h 614929"/>
                  <a:gd name="connsiteX56" fmla="*/ 427131 w 562847"/>
                  <a:gd name="connsiteY56" fmla="*/ 252256 h 614929"/>
                  <a:gd name="connsiteX57" fmla="*/ 487463 w 562847"/>
                  <a:gd name="connsiteY57" fmla="*/ 307351 h 614929"/>
                  <a:gd name="connsiteX58" fmla="*/ 427131 w 562847"/>
                  <a:gd name="connsiteY58" fmla="*/ 362447 h 614929"/>
                  <a:gd name="connsiteX59" fmla="*/ 429408 w 562847"/>
                  <a:gd name="connsiteY59" fmla="*/ 307351 h 614929"/>
                  <a:gd name="connsiteX60" fmla="*/ 427131 w 562847"/>
                  <a:gd name="connsiteY60" fmla="*/ 252256 h 614929"/>
                  <a:gd name="connsiteX61" fmla="*/ 533907 w 562847"/>
                  <a:gd name="connsiteY61" fmla="*/ 438715 h 614929"/>
                  <a:gd name="connsiteX62" fmla="*/ 405730 w 562847"/>
                  <a:gd name="connsiteY62" fmla="*/ 476736 h 614929"/>
                  <a:gd name="connsiteX63" fmla="*/ 423944 w 562847"/>
                  <a:gd name="connsiteY63" fmla="*/ 393637 h 614929"/>
                  <a:gd name="connsiteX64" fmla="*/ 502717 w 562847"/>
                  <a:gd name="connsiteY64" fmla="*/ 325109 h 614929"/>
                  <a:gd name="connsiteX65" fmla="*/ 533907 w 562847"/>
                  <a:gd name="connsiteY65" fmla="*/ 438715 h 614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562847" h="614929">
                    <a:moveTo>
                      <a:pt x="517743" y="307351"/>
                    </a:moveTo>
                    <a:cubicBezTo>
                      <a:pt x="558950" y="255671"/>
                      <a:pt x="574204" y="204218"/>
                      <a:pt x="553942" y="165514"/>
                    </a:cubicBezTo>
                    <a:cubicBezTo>
                      <a:pt x="531858" y="123168"/>
                      <a:pt x="472892" y="106776"/>
                      <a:pt x="397762" y="115655"/>
                    </a:cubicBezTo>
                    <a:cubicBezTo>
                      <a:pt x="370897" y="44623"/>
                      <a:pt x="329234" y="0"/>
                      <a:pt x="281424" y="0"/>
                    </a:cubicBezTo>
                    <a:cubicBezTo>
                      <a:pt x="238622" y="0"/>
                      <a:pt x="200829" y="35744"/>
                      <a:pt x="173965" y="94027"/>
                    </a:cubicBezTo>
                    <a:lnTo>
                      <a:pt x="197642" y="97897"/>
                    </a:lnTo>
                    <a:cubicBezTo>
                      <a:pt x="220181" y="51453"/>
                      <a:pt x="249550" y="22767"/>
                      <a:pt x="281424" y="22767"/>
                    </a:cubicBezTo>
                    <a:cubicBezTo>
                      <a:pt x="317851" y="22767"/>
                      <a:pt x="351318" y="60332"/>
                      <a:pt x="374312" y="119070"/>
                    </a:cubicBezTo>
                    <a:cubicBezTo>
                      <a:pt x="344943" y="124306"/>
                      <a:pt x="313525" y="133185"/>
                      <a:pt x="281424" y="145479"/>
                    </a:cubicBezTo>
                    <a:cubicBezTo>
                      <a:pt x="154385" y="96986"/>
                      <a:pt x="41462" y="103133"/>
                      <a:pt x="8906" y="165514"/>
                    </a:cubicBezTo>
                    <a:cubicBezTo>
                      <a:pt x="-11129" y="204218"/>
                      <a:pt x="4125" y="255671"/>
                      <a:pt x="45105" y="307351"/>
                    </a:cubicBezTo>
                    <a:cubicBezTo>
                      <a:pt x="3897" y="359032"/>
                      <a:pt x="-11357" y="410484"/>
                      <a:pt x="8906" y="449188"/>
                    </a:cubicBezTo>
                    <a:cubicBezTo>
                      <a:pt x="27119" y="484249"/>
                      <a:pt x="70376" y="501551"/>
                      <a:pt x="127293" y="501551"/>
                    </a:cubicBezTo>
                    <a:cubicBezTo>
                      <a:pt x="190129" y="501551"/>
                      <a:pt x="269585" y="480378"/>
                      <a:pt x="349724" y="438715"/>
                    </a:cubicBezTo>
                    <a:cubicBezTo>
                      <a:pt x="357237" y="434845"/>
                      <a:pt x="364522" y="430974"/>
                      <a:pt x="371580" y="426876"/>
                    </a:cubicBezTo>
                    <a:lnTo>
                      <a:pt x="376816" y="397280"/>
                    </a:lnTo>
                    <a:cubicBezTo>
                      <a:pt x="364750" y="404793"/>
                      <a:pt x="352228" y="411850"/>
                      <a:pt x="339024" y="418680"/>
                    </a:cubicBezTo>
                    <a:cubicBezTo>
                      <a:pt x="319672" y="428698"/>
                      <a:pt x="300320" y="437577"/>
                      <a:pt x="281196" y="445090"/>
                    </a:cubicBezTo>
                    <a:cubicBezTo>
                      <a:pt x="262072" y="437577"/>
                      <a:pt x="242720" y="428698"/>
                      <a:pt x="223369" y="418680"/>
                    </a:cubicBezTo>
                    <a:cubicBezTo>
                      <a:pt x="170777" y="391360"/>
                      <a:pt x="125244" y="357893"/>
                      <a:pt x="90866" y="323971"/>
                    </a:cubicBezTo>
                    <a:lnTo>
                      <a:pt x="76295" y="341957"/>
                    </a:lnTo>
                    <a:cubicBezTo>
                      <a:pt x="111811" y="376790"/>
                      <a:pt x="158483" y="410484"/>
                      <a:pt x="213123" y="438943"/>
                    </a:cubicBezTo>
                    <a:cubicBezTo>
                      <a:pt x="225418" y="445318"/>
                      <a:pt x="237712" y="451237"/>
                      <a:pt x="249778" y="456473"/>
                    </a:cubicBezTo>
                    <a:cubicBezTo>
                      <a:pt x="145506" y="490623"/>
                      <a:pt x="53529" y="486070"/>
                      <a:pt x="28941" y="438943"/>
                    </a:cubicBezTo>
                    <a:cubicBezTo>
                      <a:pt x="-2478" y="378839"/>
                      <a:pt x="86768" y="267737"/>
                      <a:pt x="223596" y="196477"/>
                    </a:cubicBezTo>
                    <a:cubicBezTo>
                      <a:pt x="232703" y="191696"/>
                      <a:pt x="242037" y="187143"/>
                      <a:pt x="251144" y="183045"/>
                    </a:cubicBezTo>
                    <a:lnTo>
                      <a:pt x="219498" y="173027"/>
                    </a:lnTo>
                    <a:cubicBezTo>
                      <a:pt x="217222" y="174166"/>
                      <a:pt x="215172" y="175304"/>
                      <a:pt x="212896" y="176442"/>
                    </a:cubicBezTo>
                    <a:cubicBezTo>
                      <a:pt x="149604" y="209454"/>
                      <a:pt x="97241" y="249296"/>
                      <a:pt x="60131" y="289821"/>
                    </a:cubicBezTo>
                    <a:cubicBezTo>
                      <a:pt x="26664" y="247019"/>
                      <a:pt x="13459" y="205584"/>
                      <a:pt x="28713" y="176215"/>
                    </a:cubicBezTo>
                    <a:cubicBezTo>
                      <a:pt x="42601" y="149578"/>
                      <a:pt x="78344" y="136373"/>
                      <a:pt x="125699" y="136373"/>
                    </a:cubicBezTo>
                    <a:cubicBezTo>
                      <a:pt x="185120" y="136373"/>
                      <a:pt x="262755" y="156863"/>
                      <a:pt x="339024" y="196477"/>
                    </a:cubicBezTo>
                    <a:cubicBezTo>
                      <a:pt x="352228" y="203307"/>
                      <a:pt x="364750" y="210592"/>
                      <a:pt x="377044" y="217878"/>
                    </a:cubicBezTo>
                    <a:lnTo>
                      <a:pt x="371580" y="188053"/>
                    </a:lnTo>
                    <a:cubicBezTo>
                      <a:pt x="364522" y="183955"/>
                      <a:pt x="357009" y="180085"/>
                      <a:pt x="349724" y="176215"/>
                    </a:cubicBezTo>
                    <a:cubicBezTo>
                      <a:pt x="337430" y="169840"/>
                      <a:pt x="325364" y="163921"/>
                      <a:pt x="313069" y="158457"/>
                    </a:cubicBezTo>
                    <a:cubicBezTo>
                      <a:pt x="336975" y="150716"/>
                      <a:pt x="360197" y="144797"/>
                      <a:pt x="382280" y="141154"/>
                    </a:cubicBezTo>
                    <a:cubicBezTo>
                      <a:pt x="397534" y="188281"/>
                      <a:pt x="406641" y="245881"/>
                      <a:pt x="406641" y="307351"/>
                    </a:cubicBezTo>
                    <a:cubicBezTo>
                      <a:pt x="406641" y="368821"/>
                      <a:pt x="397534" y="426421"/>
                      <a:pt x="382280" y="473548"/>
                    </a:cubicBezTo>
                    <a:cubicBezTo>
                      <a:pt x="370669" y="471499"/>
                      <a:pt x="358603" y="468995"/>
                      <a:pt x="346309" y="465808"/>
                    </a:cubicBezTo>
                    <a:lnTo>
                      <a:pt x="313980" y="480606"/>
                    </a:lnTo>
                    <a:cubicBezTo>
                      <a:pt x="334698" y="487208"/>
                      <a:pt x="354960" y="492217"/>
                      <a:pt x="374312" y="495632"/>
                    </a:cubicBezTo>
                    <a:cubicBezTo>
                      <a:pt x="351318" y="554370"/>
                      <a:pt x="317851" y="591935"/>
                      <a:pt x="281424" y="591935"/>
                    </a:cubicBezTo>
                    <a:cubicBezTo>
                      <a:pt x="249550" y="591935"/>
                      <a:pt x="220181" y="563249"/>
                      <a:pt x="197642" y="517033"/>
                    </a:cubicBezTo>
                    <a:lnTo>
                      <a:pt x="173965" y="520903"/>
                    </a:lnTo>
                    <a:cubicBezTo>
                      <a:pt x="200829" y="579186"/>
                      <a:pt x="238622" y="614930"/>
                      <a:pt x="281424" y="614930"/>
                    </a:cubicBezTo>
                    <a:cubicBezTo>
                      <a:pt x="329234" y="614930"/>
                      <a:pt x="370897" y="570307"/>
                      <a:pt x="397762" y="499502"/>
                    </a:cubicBezTo>
                    <a:cubicBezTo>
                      <a:pt x="410966" y="501096"/>
                      <a:pt x="423488" y="501779"/>
                      <a:pt x="435555" y="501779"/>
                    </a:cubicBezTo>
                    <a:cubicBezTo>
                      <a:pt x="492471" y="501779"/>
                      <a:pt x="535728" y="484476"/>
                      <a:pt x="553942" y="449416"/>
                    </a:cubicBezTo>
                    <a:cubicBezTo>
                      <a:pt x="574204" y="410484"/>
                      <a:pt x="558950" y="359032"/>
                      <a:pt x="517743" y="307351"/>
                    </a:cubicBezTo>
                    <a:close/>
                    <a:moveTo>
                      <a:pt x="405502" y="137966"/>
                    </a:moveTo>
                    <a:cubicBezTo>
                      <a:pt x="416430" y="136828"/>
                      <a:pt x="426903" y="136145"/>
                      <a:pt x="436693" y="136145"/>
                    </a:cubicBezTo>
                    <a:cubicBezTo>
                      <a:pt x="484048" y="136145"/>
                      <a:pt x="519792" y="149122"/>
                      <a:pt x="533679" y="175987"/>
                    </a:cubicBezTo>
                    <a:cubicBezTo>
                      <a:pt x="548933" y="205356"/>
                      <a:pt x="535728" y="246564"/>
                      <a:pt x="502261" y="289365"/>
                    </a:cubicBezTo>
                    <a:cubicBezTo>
                      <a:pt x="480860" y="265916"/>
                      <a:pt x="454223" y="242694"/>
                      <a:pt x="423488" y="220837"/>
                    </a:cubicBezTo>
                    <a:cubicBezTo>
                      <a:pt x="419618" y="191013"/>
                      <a:pt x="413471" y="163238"/>
                      <a:pt x="405502" y="137966"/>
                    </a:cubicBezTo>
                    <a:close/>
                    <a:moveTo>
                      <a:pt x="427131" y="252256"/>
                    </a:moveTo>
                    <a:cubicBezTo>
                      <a:pt x="450353" y="270014"/>
                      <a:pt x="470615" y="288682"/>
                      <a:pt x="487463" y="307351"/>
                    </a:cubicBezTo>
                    <a:cubicBezTo>
                      <a:pt x="470615" y="326020"/>
                      <a:pt x="450353" y="344689"/>
                      <a:pt x="427131" y="362447"/>
                    </a:cubicBezTo>
                    <a:cubicBezTo>
                      <a:pt x="428725" y="344689"/>
                      <a:pt x="429408" y="326247"/>
                      <a:pt x="429408" y="307351"/>
                    </a:cubicBezTo>
                    <a:cubicBezTo>
                      <a:pt x="429408" y="288455"/>
                      <a:pt x="428725" y="270014"/>
                      <a:pt x="427131" y="252256"/>
                    </a:cubicBezTo>
                    <a:close/>
                    <a:moveTo>
                      <a:pt x="533907" y="438715"/>
                    </a:moveTo>
                    <a:cubicBezTo>
                      <a:pt x="517060" y="471044"/>
                      <a:pt x="468339" y="483338"/>
                      <a:pt x="405730" y="476736"/>
                    </a:cubicBezTo>
                    <a:cubicBezTo>
                      <a:pt x="413699" y="451465"/>
                      <a:pt x="419846" y="423461"/>
                      <a:pt x="423944" y="393637"/>
                    </a:cubicBezTo>
                    <a:cubicBezTo>
                      <a:pt x="454679" y="371781"/>
                      <a:pt x="481316" y="348787"/>
                      <a:pt x="502717" y="325109"/>
                    </a:cubicBezTo>
                    <a:cubicBezTo>
                      <a:pt x="535728" y="368138"/>
                      <a:pt x="549161" y="409574"/>
                      <a:pt x="533907" y="43871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2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</p:grpSp>
        <p:sp>
          <p:nvSpPr>
            <p:cNvPr id="85" name="TextBox 61">
              <a:extLst>
                <a:ext uri="{FF2B5EF4-FFF2-40B4-BE49-F238E27FC236}">
                  <a16:creationId xmlns:a16="http://schemas.microsoft.com/office/drawing/2014/main" id="{D97D6A38-E41D-D8BD-EE09-766435D63C34}"/>
                </a:ext>
              </a:extLst>
            </p:cNvPr>
            <p:cNvSpPr txBox="1"/>
            <p:nvPr/>
          </p:nvSpPr>
          <p:spPr>
            <a:xfrm>
              <a:off x="10733350" y="6047264"/>
              <a:ext cx="708527" cy="359073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Delivery</a:t>
              </a:r>
            </a:p>
            <a:p>
              <a:pPr marL="0" marR="0" lvl="0" indent="0" algn="ctr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1400" i="0" u="none" strike="noStrike" kern="1200" cap="none" spc="0" normalizeH="0" baseline="0" noProof="0">
                  <a:ln>
                    <a:noFill/>
                  </a:ln>
                  <a:solidFill>
                    <a:srgbClr val="7500C0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 Black"/>
                </a:rPr>
                <a:t>Centers</a:t>
              </a:r>
              <a:endParaRPr kumimoji="0" lang="pt-BR" sz="1400" i="0" u="none" strike="noStrike" kern="0" cap="none" spc="0" normalizeH="0" baseline="0" noProof="0">
                <a:ln>
                  <a:noFill/>
                </a:ln>
                <a:solidFill>
                  <a:srgbClr val="7500C0"/>
                </a:solidFill>
                <a:effectLst/>
                <a:uLnTx/>
                <a:uFillTx/>
                <a:latin typeface="Graphik Medium" panose="020B0603030202060203" pitchFamily="34" charset="0"/>
                <a:cs typeface="Arial"/>
              </a:endParaRPr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00C5792D-4B4E-8B3A-13B6-77CE4A85FF79}"/>
                </a:ext>
              </a:extLst>
            </p:cNvPr>
            <p:cNvGrpSpPr/>
            <p:nvPr/>
          </p:nvGrpSpPr>
          <p:grpSpPr>
            <a:xfrm>
              <a:off x="10821371" y="5401677"/>
              <a:ext cx="532489" cy="532489"/>
              <a:chOff x="10821371" y="5193340"/>
              <a:chExt cx="532489" cy="532489"/>
            </a:xfrm>
          </p:grpSpPr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0FB2F304-8E0B-9EB4-6F34-E79733CAEF6F}"/>
                  </a:ext>
                </a:extLst>
              </p:cNvPr>
              <p:cNvSpPr/>
              <p:nvPr/>
            </p:nvSpPr>
            <p:spPr>
              <a:xfrm>
                <a:off x="10821371" y="5193340"/>
                <a:ext cx="532489" cy="532489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Graphik"/>
                  <a:ea typeface="+mn-ea"/>
                  <a:cs typeface="+mn-cs"/>
                </a:endParaRPr>
              </a:p>
            </p:txBody>
          </p:sp>
          <p:grpSp>
            <p:nvGrpSpPr>
              <p:cNvPr id="89" name="Graphic 36">
                <a:extLst>
                  <a:ext uri="{FF2B5EF4-FFF2-40B4-BE49-F238E27FC236}">
                    <a16:creationId xmlns:a16="http://schemas.microsoft.com/office/drawing/2014/main" id="{8636E315-EB54-DA13-6CE6-BFEFE7EC7BD0}"/>
                  </a:ext>
                </a:extLst>
              </p:cNvPr>
              <p:cNvGrpSpPr/>
              <p:nvPr/>
            </p:nvGrpSpPr>
            <p:grpSpPr>
              <a:xfrm>
                <a:off x="10943312" y="5301863"/>
                <a:ext cx="288567" cy="315438"/>
                <a:chOff x="10573743" y="1662452"/>
                <a:chExt cx="562338" cy="614702"/>
              </a:xfrm>
              <a:solidFill>
                <a:schemeClr val="accent1"/>
              </a:solidFill>
            </p:grpSpPr>
            <p:sp>
              <p:nvSpPr>
                <p:cNvPr id="90" name="Freeform 83">
                  <a:extLst>
                    <a:ext uri="{FF2B5EF4-FFF2-40B4-BE49-F238E27FC236}">
                      <a16:creationId xmlns:a16="http://schemas.microsoft.com/office/drawing/2014/main" id="{0E2D64E1-287C-2E08-7538-02B1922644F2}"/>
                    </a:ext>
                  </a:extLst>
                </p:cNvPr>
                <p:cNvSpPr/>
                <p:nvPr/>
              </p:nvSpPr>
              <p:spPr>
                <a:xfrm>
                  <a:off x="10957363" y="1662452"/>
                  <a:ext cx="113833" cy="232676"/>
                </a:xfrm>
                <a:custGeom>
                  <a:avLst/>
                  <a:gdLst>
                    <a:gd name="connsiteX0" fmla="*/ 22767 w 113833"/>
                    <a:gd name="connsiteY0" fmla="*/ 22767 h 232676"/>
                    <a:gd name="connsiteX1" fmla="*/ 91067 w 113833"/>
                    <a:gd name="connsiteY1" fmla="*/ 22767 h 232676"/>
                    <a:gd name="connsiteX2" fmla="*/ 91067 w 113833"/>
                    <a:gd name="connsiteY2" fmla="*/ 209909 h 232676"/>
                    <a:gd name="connsiteX3" fmla="*/ 102450 w 113833"/>
                    <a:gd name="connsiteY3" fmla="*/ 221293 h 232676"/>
                    <a:gd name="connsiteX4" fmla="*/ 113834 w 113833"/>
                    <a:gd name="connsiteY4" fmla="*/ 209909 h 232676"/>
                    <a:gd name="connsiteX5" fmla="*/ 113834 w 113833"/>
                    <a:gd name="connsiteY5" fmla="*/ 0 h 232676"/>
                    <a:gd name="connsiteX6" fmla="*/ 0 w 113833"/>
                    <a:gd name="connsiteY6" fmla="*/ 0 h 232676"/>
                    <a:gd name="connsiteX7" fmla="*/ 0 w 113833"/>
                    <a:gd name="connsiteY7" fmla="*/ 232676 h 232676"/>
                    <a:gd name="connsiteX8" fmla="*/ 22767 w 113833"/>
                    <a:gd name="connsiteY8" fmla="*/ 209909 h 2326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13833" h="232676">
                      <a:moveTo>
                        <a:pt x="22767" y="22767"/>
                      </a:moveTo>
                      <a:lnTo>
                        <a:pt x="91067" y="22767"/>
                      </a:lnTo>
                      <a:lnTo>
                        <a:pt x="91067" y="209909"/>
                      </a:lnTo>
                      <a:lnTo>
                        <a:pt x="102450" y="221293"/>
                      </a:lnTo>
                      <a:lnTo>
                        <a:pt x="113834" y="209909"/>
                      </a:lnTo>
                      <a:lnTo>
                        <a:pt x="113834" y="0"/>
                      </a:lnTo>
                      <a:lnTo>
                        <a:pt x="0" y="0"/>
                      </a:lnTo>
                      <a:lnTo>
                        <a:pt x="0" y="232676"/>
                      </a:lnTo>
                      <a:lnTo>
                        <a:pt x="22767" y="209909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1" name="Freeform 84">
                  <a:extLst>
                    <a:ext uri="{FF2B5EF4-FFF2-40B4-BE49-F238E27FC236}">
                      <a16:creationId xmlns:a16="http://schemas.microsoft.com/office/drawing/2014/main" id="{70AC05E5-EFC6-ECF4-4708-2AB2C62EB170}"/>
                    </a:ext>
                  </a:extLst>
                </p:cNvPr>
                <p:cNvSpPr/>
                <p:nvPr/>
              </p:nvSpPr>
              <p:spPr>
                <a:xfrm>
                  <a:off x="10573743" y="1859385"/>
                  <a:ext cx="562338" cy="380204"/>
                </a:xfrm>
                <a:custGeom>
                  <a:avLst/>
                  <a:gdLst>
                    <a:gd name="connsiteX0" fmla="*/ 486070 w 562338"/>
                    <a:gd name="connsiteY0" fmla="*/ 59877 h 380204"/>
                    <a:gd name="connsiteX1" fmla="*/ 456701 w 562338"/>
                    <a:gd name="connsiteY1" fmla="*/ 30735 h 380204"/>
                    <a:gd name="connsiteX2" fmla="*/ 424372 w 562338"/>
                    <a:gd name="connsiteY2" fmla="*/ 30735 h 380204"/>
                    <a:gd name="connsiteX3" fmla="*/ 281169 w 562338"/>
                    <a:gd name="connsiteY3" fmla="*/ 173938 h 380204"/>
                    <a:gd name="connsiteX4" fmla="*/ 251800 w 562338"/>
                    <a:gd name="connsiteY4" fmla="*/ 144569 h 380204"/>
                    <a:gd name="connsiteX5" fmla="*/ 219471 w 562338"/>
                    <a:gd name="connsiteY5" fmla="*/ 144569 h 380204"/>
                    <a:gd name="connsiteX6" fmla="*/ 0 w 562338"/>
                    <a:gd name="connsiteY6" fmla="*/ 364268 h 380204"/>
                    <a:gd name="connsiteX7" fmla="*/ 15937 w 562338"/>
                    <a:gd name="connsiteY7" fmla="*/ 380205 h 380204"/>
                    <a:gd name="connsiteX8" fmla="*/ 235636 w 562338"/>
                    <a:gd name="connsiteY8" fmla="*/ 160961 h 380204"/>
                    <a:gd name="connsiteX9" fmla="*/ 265005 w 562338"/>
                    <a:gd name="connsiteY9" fmla="*/ 190102 h 380204"/>
                    <a:gd name="connsiteX10" fmla="*/ 297334 w 562338"/>
                    <a:gd name="connsiteY10" fmla="*/ 190102 h 380204"/>
                    <a:gd name="connsiteX11" fmla="*/ 440537 w 562338"/>
                    <a:gd name="connsiteY11" fmla="*/ 46900 h 380204"/>
                    <a:gd name="connsiteX12" fmla="*/ 469906 w 562338"/>
                    <a:gd name="connsiteY12" fmla="*/ 76269 h 380204"/>
                    <a:gd name="connsiteX13" fmla="*/ 502234 w 562338"/>
                    <a:gd name="connsiteY13" fmla="*/ 76269 h 380204"/>
                    <a:gd name="connsiteX14" fmla="*/ 562339 w 562338"/>
                    <a:gd name="connsiteY14" fmla="*/ 15937 h 380204"/>
                    <a:gd name="connsiteX15" fmla="*/ 546402 w 562338"/>
                    <a:gd name="connsiteY15" fmla="*/ 0 h 3802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562338" h="380204">
                      <a:moveTo>
                        <a:pt x="486070" y="59877"/>
                      </a:moveTo>
                      <a:lnTo>
                        <a:pt x="456701" y="30735"/>
                      </a:lnTo>
                      <a:lnTo>
                        <a:pt x="424372" y="30735"/>
                      </a:lnTo>
                      <a:lnTo>
                        <a:pt x="281169" y="173938"/>
                      </a:lnTo>
                      <a:lnTo>
                        <a:pt x="251800" y="144569"/>
                      </a:lnTo>
                      <a:lnTo>
                        <a:pt x="219471" y="144569"/>
                      </a:lnTo>
                      <a:lnTo>
                        <a:pt x="0" y="364268"/>
                      </a:lnTo>
                      <a:lnTo>
                        <a:pt x="15937" y="380205"/>
                      </a:lnTo>
                      <a:lnTo>
                        <a:pt x="235636" y="160961"/>
                      </a:lnTo>
                      <a:lnTo>
                        <a:pt x="265005" y="190102"/>
                      </a:lnTo>
                      <a:lnTo>
                        <a:pt x="297334" y="190102"/>
                      </a:lnTo>
                      <a:lnTo>
                        <a:pt x="440537" y="46900"/>
                      </a:lnTo>
                      <a:lnTo>
                        <a:pt x="469906" y="76269"/>
                      </a:lnTo>
                      <a:lnTo>
                        <a:pt x="502234" y="76269"/>
                      </a:lnTo>
                      <a:lnTo>
                        <a:pt x="562339" y="15937"/>
                      </a:lnTo>
                      <a:lnTo>
                        <a:pt x="546402" y="0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Freeform 85">
                  <a:extLst>
                    <a:ext uri="{FF2B5EF4-FFF2-40B4-BE49-F238E27FC236}">
                      <a16:creationId xmlns:a16="http://schemas.microsoft.com/office/drawing/2014/main" id="{62B860AE-B5D6-A707-0FC9-533FBAB3DE1A}"/>
                    </a:ext>
                  </a:extLst>
                </p:cNvPr>
                <p:cNvSpPr/>
                <p:nvPr/>
              </p:nvSpPr>
              <p:spPr>
                <a:xfrm>
                  <a:off x="10957363" y="1976178"/>
                  <a:ext cx="22766" cy="300976"/>
                </a:xfrm>
                <a:custGeom>
                  <a:avLst/>
                  <a:gdLst>
                    <a:gd name="connsiteX0" fmla="*/ 0 w 22766"/>
                    <a:gd name="connsiteY0" fmla="*/ 300976 h 300976"/>
                    <a:gd name="connsiteX1" fmla="*/ 22767 w 22766"/>
                    <a:gd name="connsiteY1" fmla="*/ 300976 h 300976"/>
                    <a:gd name="connsiteX2" fmla="*/ 22767 w 22766"/>
                    <a:gd name="connsiteY2" fmla="*/ 0 h 300976"/>
                    <a:gd name="connsiteX3" fmla="*/ 0 w 22766"/>
                    <a:gd name="connsiteY3" fmla="*/ 22767 h 300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66" h="300976">
                      <a:moveTo>
                        <a:pt x="0" y="300976"/>
                      </a:moveTo>
                      <a:lnTo>
                        <a:pt x="22767" y="300976"/>
                      </a:lnTo>
                      <a:lnTo>
                        <a:pt x="22767" y="0"/>
                      </a:lnTo>
                      <a:lnTo>
                        <a:pt x="0" y="22767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3" name="Freeform 86">
                  <a:extLst>
                    <a:ext uri="{FF2B5EF4-FFF2-40B4-BE49-F238E27FC236}">
                      <a16:creationId xmlns:a16="http://schemas.microsoft.com/office/drawing/2014/main" id="{37176878-4059-3C01-1D19-9CFFE64B2A44}"/>
                    </a:ext>
                  </a:extLst>
                </p:cNvPr>
                <p:cNvSpPr/>
                <p:nvPr/>
              </p:nvSpPr>
              <p:spPr>
                <a:xfrm>
                  <a:off x="10798224" y="2055862"/>
                  <a:ext cx="22766" cy="221292"/>
                </a:xfrm>
                <a:custGeom>
                  <a:avLst/>
                  <a:gdLst>
                    <a:gd name="connsiteX0" fmla="*/ 0 w 22766"/>
                    <a:gd name="connsiteY0" fmla="*/ 11156 h 221292"/>
                    <a:gd name="connsiteX1" fmla="*/ 0 w 22766"/>
                    <a:gd name="connsiteY1" fmla="*/ 221293 h 221292"/>
                    <a:gd name="connsiteX2" fmla="*/ 22767 w 22766"/>
                    <a:gd name="connsiteY2" fmla="*/ 221293 h 221292"/>
                    <a:gd name="connsiteX3" fmla="*/ 22767 w 22766"/>
                    <a:gd name="connsiteY3" fmla="*/ 11611 h 221292"/>
                    <a:gd name="connsiteX4" fmla="*/ 11156 w 22766"/>
                    <a:gd name="connsiteY4" fmla="*/ 0 h 2212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2766" h="221292">
                      <a:moveTo>
                        <a:pt x="0" y="11156"/>
                      </a:moveTo>
                      <a:lnTo>
                        <a:pt x="0" y="221293"/>
                      </a:lnTo>
                      <a:lnTo>
                        <a:pt x="22767" y="221293"/>
                      </a:lnTo>
                      <a:lnTo>
                        <a:pt x="22767" y="11611"/>
                      </a:lnTo>
                      <a:lnTo>
                        <a:pt x="11156" y="0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Freeform 87">
                  <a:extLst>
                    <a:ext uri="{FF2B5EF4-FFF2-40B4-BE49-F238E27FC236}">
                      <a16:creationId xmlns:a16="http://schemas.microsoft.com/office/drawing/2014/main" id="{B649B555-0840-3B28-43D9-E5DE0A695F36}"/>
                    </a:ext>
                  </a:extLst>
                </p:cNvPr>
                <p:cNvSpPr/>
                <p:nvPr/>
              </p:nvSpPr>
              <p:spPr>
                <a:xfrm>
                  <a:off x="10889291" y="2044251"/>
                  <a:ext cx="22766" cy="232903"/>
                </a:xfrm>
                <a:custGeom>
                  <a:avLst/>
                  <a:gdLst>
                    <a:gd name="connsiteX0" fmla="*/ 0 w 22766"/>
                    <a:gd name="connsiteY0" fmla="*/ 232904 h 232903"/>
                    <a:gd name="connsiteX1" fmla="*/ 22767 w 22766"/>
                    <a:gd name="connsiteY1" fmla="*/ 232904 h 232903"/>
                    <a:gd name="connsiteX2" fmla="*/ 22767 w 22766"/>
                    <a:gd name="connsiteY2" fmla="*/ 0 h 232903"/>
                    <a:gd name="connsiteX3" fmla="*/ 0 w 22766"/>
                    <a:gd name="connsiteY3" fmla="*/ 22767 h 232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66" h="232903">
                      <a:moveTo>
                        <a:pt x="0" y="232904"/>
                      </a:moveTo>
                      <a:lnTo>
                        <a:pt x="22767" y="232904"/>
                      </a:lnTo>
                      <a:lnTo>
                        <a:pt x="22767" y="0"/>
                      </a:lnTo>
                      <a:lnTo>
                        <a:pt x="0" y="22767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5" name="Freeform 88">
                  <a:extLst>
                    <a:ext uri="{FF2B5EF4-FFF2-40B4-BE49-F238E27FC236}">
                      <a16:creationId xmlns:a16="http://schemas.microsoft.com/office/drawing/2014/main" id="{A7CD624B-656F-BF50-C392-E4677D193570}"/>
                    </a:ext>
                  </a:extLst>
                </p:cNvPr>
                <p:cNvSpPr/>
                <p:nvPr/>
              </p:nvSpPr>
              <p:spPr>
                <a:xfrm>
                  <a:off x="10638629" y="1935653"/>
                  <a:ext cx="113833" cy="187142"/>
                </a:xfrm>
                <a:custGeom>
                  <a:avLst/>
                  <a:gdLst>
                    <a:gd name="connsiteX0" fmla="*/ 22767 w 113833"/>
                    <a:gd name="connsiteY0" fmla="*/ 22767 h 187142"/>
                    <a:gd name="connsiteX1" fmla="*/ 91067 w 113833"/>
                    <a:gd name="connsiteY1" fmla="*/ 22767 h 187142"/>
                    <a:gd name="connsiteX2" fmla="*/ 91067 w 113833"/>
                    <a:gd name="connsiteY2" fmla="*/ 96076 h 187142"/>
                    <a:gd name="connsiteX3" fmla="*/ 113834 w 113833"/>
                    <a:gd name="connsiteY3" fmla="*/ 73309 h 187142"/>
                    <a:gd name="connsiteX4" fmla="*/ 113834 w 113833"/>
                    <a:gd name="connsiteY4" fmla="*/ 0 h 187142"/>
                    <a:gd name="connsiteX5" fmla="*/ 0 w 113833"/>
                    <a:gd name="connsiteY5" fmla="*/ 0 h 187142"/>
                    <a:gd name="connsiteX6" fmla="*/ 0 w 113833"/>
                    <a:gd name="connsiteY6" fmla="*/ 187143 h 187142"/>
                    <a:gd name="connsiteX7" fmla="*/ 22767 w 113833"/>
                    <a:gd name="connsiteY7" fmla="*/ 164376 h 1871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3833" h="187142">
                      <a:moveTo>
                        <a:pt x="22767" y="22767"/>
                      </a:moveTo>
                      <a:lnTo>
                        <a:pt x="91067" y="22767"/>
                      </a:lnTo>
                      <a:lnTo>
                        <a:pt x="91067" y="96076"/>
                      </a:lnTo>
                      <a:lnTo>
                        <a:pt x="113834" y="73309"/>
                      </a:lnTo>
                      <a:lnTo>
                        <a:pt x="113834" y="0"/>
                      </a:lnTo>
                      <a:lnTo>
                        <a:pt x="0" y="0"/>
                      </a:lnTo>
                      <a:lnTo>
                        <a:pt x="0" y="187143"/>
                      </a:lnTo>
                      <a:lnTo>
                        <a:pt x="22767" y="164376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Freeform 89">
                  <a:extLst>
                    <a:ext uri="{FF2B5EF4-FFF2-40B4-BE49-F238E27FC236}">
                      <a16:creationId xmlns:a16="http://schemas.microsoft.com/office/drawing/2014/main" id="{B463CE74-35AF-4758-78BF-27B5AD8367B4}"/>
                    </a:ext>
                  </a:extLst>
                </p:cNvPr>
                <p:cNvSpPr/>
                <p:nvPr/>
              </p:nvSpPr>
              <p:spPr>
                <a:xfrm>
                  <a:off x="10729696" y="2112779"/>
                  <a:ext cx="22766" cy="164375"/>
                </a:xfrm>
                <a:custGeom>
                  <a:avLst/>
                  <a:gdLst>
                    <a:gd name="connsiteX0" fmla="*/ 0 w 22766"/>
                    <a:gd name="connsiteY0" fmla="*/ 164376 h 164375"/>
                    <a:gd name="connsiteX1" fmla="*/ 22767 w 22766"/>
                    <a:gd name="connsiteY1" fmla="*/ 164376 h 164375"/>
                    <a:gd name="connsiteX2" fmla="*/ 22767 w 22766"/>
                    <a:gd name="connsiteY2" fmla="*/ 0 h 164375"/>
                    <a:gd name="connsiteX3" fmla="*/ 0 w 22766"/>
                    <a:gd name="connsiteY3" fmla="*/ 22767 h 164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66" h="164375">
                      <a:moveTo>
                        <a:pt x="0" y="164376"/>
                      </a:moveTo>
                      <a:lnTo>
                        <a:pt x="22767" y="164376"/>
                      </a:lnTo>
                      <a:lnTo>
                        <a:pt x="22767" y="0"/>
                      </a:lnTo>
                      <a:lnTo>
                        <a:pt x="0" y="22767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7" name="Freeform 90">
                  <a:extLst>
                    <a:ext uri="{FF2B5EF4-FFF2-40B4-BE49-F238E27FC236}">
                      <a16:creationId xmlns:a16="http://schemas.microsoft.com/office/drawing/2014/main" id="{6B997277-8B6A-7DEE-29E0-EC5D455F2047}"/>
                    </a:ext>
                  </a:extLst>
                </p:cNvPr>
                <p:cNvSpPr/>
                <p:nvPr/>
              </p:nvSpPr>
              <p:spPr>
                <a:xfrm>
                  <a:off x="10638629" y="2203846"/>
                  <a:ext cx="22766" cy="73308"/>
                </a:xfrm>
                <a:custGeom>
                  <a:avLst/>
                  <a:gdLst>
                    <a:gd name="connsiteX0" fmla="*/ 0 w 22766"/>
                    <a:gd name="connsiteY0" fmla="*/ 73309 h 73308"/>
                    <a:gd name="connsiteX1" fmla="*/ 22767 w 22766"/>
                    <a:gd name="connsiteY1" fmla="*/ 73309 h 73308"/>
                    <a:gd name="connsiteX2" fmla="*/ 22767 w 22766"/>
                    <a:gd name="connsiteY2" fmla="*/ 0 h 73308"/>
                    <a:gd name="connsiteX3" fmla="*/ 0 w 22766"/>
                    <a:gd name="connsiteY3" fmla="*/ 22767 h 733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66" h="73308">
                      <a:moveTo>
                        <a:pt x="0" y="73309"/>
                      </a:moveTo>
                      <a:lnTo>
                        <a:pt x="22767" y="73309"/>
                      </a:lnTo>
                      <a:lnTo>
                        <a:pt x="22767" y="0"/>
                      </a:lnTo>
                      <a:lnTo>
                        <a:pt x="0" y="22767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Freeform 91">
                  <a:extLst>
                    <a:ext uri="{FF2B5EF4-FFF2-40B4-BE49-F238E27FC236}">
                      <a16:creationId xmlns:a16="http://schemas.microsoft.com/office/drawing/2014/main" id="{C496F621-3C9B-404D-C6AE-6AC9327CE0C3}"/>
                    </a:ext>
                  </a:extLst>
                </p:cNvPr>
                <p:cNvSpPr/>
                <p:nvPr/>
              </p:nvSpPr>
              <p:spPr>
                <a:xfrm>
                  <a:off x="11048430" y="1958420"/>
                  <a:ext cx="22766" cy="318734"/>
                </a:xfrm>
                <a:custGeom>
                  <a:avLst/>
                  <a:gdLst>
                    <a:gd name="connsiteX0" fmla="*/ 0 w 22766"/>
                    <a:gd name="connsiteY0" fmla="*/ 0 h 318734"/>
                    <a:gd name="connsiteX1" fmla="*/ 22767 w 22766"/>
                    <a:gd name="connsiteY1" fmla="*/ 0 h 318734"/>
                    <a:gd name="connsiteX2" fmla="*/ 22767 w 22766"/>
                    <a:gd name="connsiteY2" fmla="*/ 318734 h 318734"/>
                    <a:gd name="connsiteX3" fmla="*/ 0 w 22766"/>
                    <a:gd name="connsiteY3" fmla="*/ 318734 h 3187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66" h="318734">
                      <a:moveTo>
                        <a:pt x="0" y="0"/>
                      </a:moveTo>
                      <a:lnTo>
                        <a:pt x="22767" y="0"/>
                      </a:lnTo>
                      <a:lnTo>
                        <a:pt x="22767" y="318734"/>
                      </a:lnTo>
                      <a:lnTo>
                        <a:pt x="0" y="318734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  <p:sp>
              <p:nvSpPr>
                <p:cNvPr id="99" name="Freeform 92">
                  <a:extLst>
                    <a:ext uri="{FF2B5EF4-FFF2-40B4-BE49-F238E27FC236}">
                      <a16:creationId xmlns:a16="http://schemas.microsoft.com/office/drawing/2014/main" id="{92F36DE7-8A95-A4EF-5E72-F5E419B04468}"/>
                    </a:ext>
                  </a:extLst>
                </p:cNvPr>
                <p:cNvSpPr/>
                <p:nvPr/>
              </p:nvSpPr>
              <p:spPr>
                <a:xfrm>
                  <a:off x="10797996" y="1799053"/>
                  <a:ext cx="114061" cy="182133"/>
                </a:xfrm>
                <a:custGeom>
                  <a:avLst/>
                  <a:gdLst>
                    <a:gd name="connsiteX0" fmla="*/ 22767 w 114061"/>
                    <a:gd name="connsiteY0" fmla="*/ 182134 h 182133"/>
                    <a:gd name="connsiteX1" fmla="*/ 22994 w 114061"/>
                    <a:gd name="connsiteY1" fmla="*/ 22767 h 182133"/>
                    <a:gd name="connsiteX2" fmla="*/ 91295 w 114061"/>
                    <a:gd name="connsiteY2" fmla="*/ 22767 h 182133"/>
                    <a:gd name="connsiteX3" fmla="*/ 91295 w 114061"/>
                    <a:gd name="connsiteY3" fmla="*/ 164148 h 182133"/>
                    <a:gd name="connsiteX4" fmla="*/ 114061 w 114061"/>
                    <a:gd name="connsiteY4" fmla="*/ 141382 h 182133"/>
                    <a:gd name="connsiteX5" fmla="*/ 114061 w 114061"/>
                    <a:gd name="connsiteY5" fmla="*/ 0 h 182133"/>
                    <a:gd name="connsiteX6" fmla="*/ 228 w 114061"/>
                    <a:gd name="connsiteY6" fmla="*/ 0 h 182133"/>
                    <a:gd name="connsiteX7" fmla="*/ 0 w 114061"/>
                    <a:gd name="connsiteY7" fmla="*/ 182134 h 1821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14061" h="182133">
                      <a:moveTo>
                        <a:pt x="22767" y="182134"/>
                      </a:moveTo>
                      <a:lnTo>
                        <a:pt x="22994" y="22767"/>
                      </a:lnTo>
                      <a:lnTo>
                        <a:pt x="91295" y="22767"/>
                      </a:lnTo>
                      <a:lnTo>
                        <a:pt x="91295" y="164148"/>
                      </a:lnTo>
                      <a:lnTo>
                        <a:pt x="114061" y="141382"/>
                      </a:lnTo>
                      <a:lnTo>
                        <a:pt x="114061" y="0"/>
                      </a:lnTo>
                      <a:lnTo>
                        <a:pt x="228" y="0"/>
                      </a:lnTo>
                      <a:lnTo>
                        <a:pt x="0" y="182134"/>
                      </a:lnTo>
                      <a:close/>
                    </a:path>
                  </a:pathLst>
                </a:custGeom>
                <a:grpFill/>
                <a:ln w="2259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Graphik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87" name="Content Placeholder 17">
              <a:extLst>
                <a:ext uri="{FF2B5EF4-FFF2-40B4-BE49-F238E27FC236}">
                  <a16:creationId xmlns:a16="http://schemas.microsoft.com/office/drawing/2014/main" id="{A73B102A-340C-5097-62E1-53CF4D43735A}"/>
                </a:ext>
              </a:extLst>
            </p:cNvPr>
            <p:cNvSpPr txBox="1">
              <a:spLocks/>
            </p:cNvSpPr>
            <p:nvPr/>
          </p:nvSpPr>
          <p:spPr>
            <a:xfrm>
              <a:off x="706722" y="6488234"/>
              <a:ext cx="8279016" cy="198318"/>
            </a:xfrm>
            <a:prstGeom prst="rect">
              <a:avLst/>
            </a:prstGeom>
          </p:spPr>
          <p:txBody>
            <a:bodyPr vert="horz" lIns="0" tIns="0" rIns="0" bIns="0" rtlCol="0" anchor="ctr">
              <a:normAutofit/>
            </a:bodyPr>
            <a:lstStyle>
              <a:lvl1pPr marL="0" indent="0" algn="l" defTabSz="1734634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900" b="0" i="0" kern="1200" cap="none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Graphik" panose="020B0503030202060203" pitchFamily="34" charset="0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432000" indent="-216000" algn="l" defTabSz="1734634" rtl="0" eaLnBrk="1" latinLnBrk="0" hangingPunct="1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  <a:defRPr sz="1333" b="0" i="0" kern="1200" cap="none" baseline="0">
                  <a:solidFill>
                    <a:srgbClr val="404040"/>
                  </a:solidFill>
                  <a:latin typeface="+mn-lt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648000" indent="-216000" algn="l" defTabSz="1734634" rtl="0" eaLnBrk="1" latinLnBrk="0" hangingPunct="1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  <a:tabLst/>
                <a:defRPr sz="1333" b="0" i="0" kern="1200" cap="none" baseline="0">
                  <a:solidFill>
                    <a:srgbClr val="404040"/>
                  </a:solidFill>
                  <a:latin typeface="+mn-lt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864000" indent="-216000" algn="l" defTabSz="1734634" rtl="0" eaLnBrk="1" latinLnBrk="0" hangingPunct="1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  <a:defRPr sz="1333" b="0" i="0" kern="1200" cap="none" baseline="0">
                  <a:solidFill>
                    <a:srgbClr val="404040"/>
                  </a:solidFill>
                  <a:latin typeface="+mn-lt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1080000" indent="-216000" algn="l" defTabSz="1734634" rtl="0" eaLnBrk="1" latinLnBrk="0" hangingPunct="1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  <a:defRPr sz="1333" b="0" i="0" kern="1200" cap="none" baseline="0">
                  <a:solidFill>
                    <a:srgbClr val="404040"/>
                  </a:solidFill>
                  <a:latin typeface="+mn-lt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28594" indent="-182029" algn="l" defTabSz="1734634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charset="0"/>
                <a:buChar char="•"/>
                <a:tabLst/>
                <a:defRPr sz="2133" b="0" i="0" kern="1200" cap="none" baseline="0">
                  <a:solidFill>
                    <a:schemeClr val="tx2"/>
                  </a:solidFill>
                  <a:latin typeface="+mn-lt"/>
                  <a:ea typeface="Arial Bold" charset="0"/>
                  <a:cs typeface="Arial Bold" charset="0"/>
                </a:defRPr>
              </a:lvl6pPr>
              <a:lvl7pPr marL="0" indent="0" algn="l" defTabSz="1734634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charset="0"/>
                <a:buNone/>
                <a:defRPr sz="1867" b="1" i="0" kern="1200" cap="none" baseline="0">
                  <a:solidFill>
                    <a:schemeClr val="tx1"/>
                  </a:solidFill>
                  <a:latin typeface="+mn-lt"/>
                  <a:ea typeface="Arial Bold" charset="0"/>
                  <a:cs typeface="Arial Bold" charset="0"/>
                </a:defRPr>
              </a:lvl7pPr>
              <a:lvl8pPr marL="0" indent="0" algn="l" defTabSz="1734634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charset="0"/>
                <a:buNone/>
                <a:defRPr sz="1867" b="0" i="0" kern="1200" cap="none" baseline="0">
                  <a:solidFill>
                    <a:schemeClr val="tx1"/>
                  </a:solidFill>
                  <a:latin typeface="+mn-lt"/>
                  <a:ea typeface="Arial Bold" charset="0"/>
                  <a:cs typeface="Arial Bold" charset="0"/>
                </a:defRPr>
              </a:lvl8pPr>
              <a:lvl9pPr marL="192613" indent="-192613" algn="l" defTabSz="1734634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charset="0"/>
                <a:buChar char="•"/>
                <a:tabLst/>
                <a:defRPr sz="1867" b="0" i="0" kern="1200" cap="none" baseline="0">
                  <a:solidFill>
                    <a:schemeClr val="tx1"/>
                  </a:solidFill>
                  <a:latin typeface="+mn-lt"/>
                  <a:ea typeface="Arial Black" charset="0"/>
                  <a:cs typeface="Arial Black" charset="0"/>
                </a:defRPr>
              </a:lvl9pPr>
            </a:lstStyle>
            <a:p>
              <a:pPr marL="0" marR="0" lvl="0" indent="0" algn="l" defTabSz="17346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Fonte: Elaboração</a:t>
              </a:r>
              <a:r>
                <a:rPr lang="pt-BR" dirty="0">
                  <a:solidFill>
                    <a:srgbClr val="000000">
                      <a:lumMod val="50000"/>
                      <a:lumOff val="50000"/>
                    </a:srgbClr>
                  </a:solidFill>
                </a:rPr>
                <a:t>o Accenture.</a:t>
              </a:r>
              <a:endParaRPr kumimoji="0" lang="pt-BR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46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129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Medium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2026-01-20T19:36:48Z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