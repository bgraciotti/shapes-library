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AAD959-3BB1-BC70-EDB6-F5EFBBDD39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9C1EE-7090-C962-B71F-598722C28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5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24.xml"/><Relationship Id="rId21" Type="http://schemas.openxmlformats.org/officeDocument/2006/relationships/tags" Target="../tags/tag28.xml"/><Relationship Id="rId42" Type="http://schemas.openxmlformats.org/officeDocument/2006/relationships/tags" Target="../tags/tag49.xml"/><Relationship Id="rId63" Type="http://schemas.openxmlformats.org/officeDocument/2006/relationships/tags" Target="../tags/tag70.xml"/><Relationship Id="rId84" Type="http://schemas.openxmlformats.org/officeDocument/2006/relationships/tags" Target="../tags/tag91.xml"/><Relationship Id="rId138" Type="http://schemas.openxmlformats.org/officeDocument/2006/relationships/tags" Target="../tags/tag145.xml"/><Relationship Id="rId107" Type="http://schemas.openxmlformats.org/officeDocument/2006/relationships/tags" Target="../tags/tag114.xml"/><Relationship Id="rId11" Type="http://schemas.openxmlformats.org/officeDocument/2006/relationships/tags" Target="../tags/tag18.xml"/><Relationship Id="rId32" Type="http://schemas.openxmlformats.org/officeDocument/2006/relationships/tags" Target="../tags/tag39.xml"/><Relationship Id="rId37" Type="http://schemas.openxmlformats.org/officeDocument/2006/relationships/tags" Target="../tags/tag44.xml"/><Relationship Id="rId53" Type="http://schemas.openxmlformats.org/officeDocument/2006/relationships/tags" Target="../tags/tag60.xml"/><Relationship Id="rId58" Type="http://schemas.openxmlformats.org/officeDocument/2006/relationships/tags" Target="../tags/tag65.xml"/><Relationship Id="rId74" Type="http://schemas.openxmlformats.org/officeDocument/2006/relationships/tags" Target="../tags/tag81.xml"/><Relationship Id="rId79" Type="http://schemas.openxmlformats.org/officeDocument/2006/relationships/tags" Target="../tags/tag86.xml"/><Relationship Id="rId102" Type="http://schemas.openxmlformats.org/officeDocument/2006/relationships/tags" Target="../tags/tag109.xml"/><Relationship Id="rId123" Type="http://schemas.openxmlformats.org/officeDocument/2006/relationships/tags" Target="../tags/tag130.xml"/><Relationship Id="rId128" Type="http://schemas.openxmlformats.org/officeDocument/2006/relationships/tags" Target="../tags/tag135.xml"/><Relationship Id="rId144" Type="http://schemas.openxmlformats.org/officeDocument/2006/relationships/slideLayout" Target="../slideLayouts/slideLayout6.xml"/><Relationship Id="rId5" Type="http://schemas.openxmlformats.org/officeDocument/2006/relationships/tags" Target="../tags/tag12.xml"/><Relationship Id="rId90" Type="http://schemas.openxmlformats.org/officeDocument/2006/relationships/tags" Target="../tags/tag97.xml"/><Relationship Id="rId95" Type="http://schemas.openxmlformats.org/officeDocument/2006/relationships/tags" Target="../tags/tag102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43" Type="http://schemas.openxmlformats.org/officeDocument/2006/relationships/tags" Target="../tags/tag50.xml"/><Relationship Id="rId48" Type="http://schemas.openxmlformats.org/officeDocument/2006/relationships/tags" Target="../tags/tag55.xml"/><Relationship Id="rId64" Type="http://schemas.openxmlformats.org/officeDocument/2006/relationships/tags" Target="../tags/tag71.xml"/><Relationship Id="rId69" Type="http://schemas.openxmlformats.org/officeDocument/2006/relationships/tags" Target="../tags/tag76.xml"/><Relationship Id="rId113" Type="http://schemas.openxmlformats.org/officeDocument/2006/relationships/tags" Target="../tags/tag120.xml"/><Relationship Id="rId118" Type="http://schemas.openxmlformats.org/officeDocument/2006/relationships/tags" Target="../tags/tag125.xml"/><Relationship Id="rId134" Type="http://schemas.openxmlformats.org/officeDocument/2006/relationships/tags" Target="../tags/tag141.xml"/><Relationship Id="rId139" Type="http://schemas.openxmlformats.org/officeDocument/2006/relationships/tags" Target="../tags/tag146.xml"/><Relationship Id="rId80" Type="http://schemas.openxmlformats.org/officeDocument/2006/relationships/tags" Target="../tags/tag87.xml"/><Relationship Id="rId85" Type="http://schemas.openxmlformats.org/officeDocument/2006/relationships/tags" Target="../tags/tag92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33" Type="http://schemas.openxmlformats.org/officeDocument/2006/relationships/tags" Target="../tags/tag40.xml"/><Relationship Id="rId38" Type="http://schemas.openxmlformats.org/officeDocument/2006/relationships/tags" Target="../tags/tag45.xml"/><Relationship Id="rId59" Type="http://schemas.openxmlformats.org/officeDocument/2006/relationships/tags" Target="../tags/tag66.xml"/><Relationship Id="rId103" Type="http://schemas.openxmlformats.org/officeDocument/2006/relationships/tags" Target="../tags/tag110.xml"/><Relationship Id="rId108" Type="http://schemas.openxmlformats.org/officeDocument/2006/relationships/tags" Target="../tags/tag115.xml"/><Relationship Id="rId124" Type="http://schemas.openxmlformats.org/officeDocument/2006/relationships/tags" Target="../tags/tag131.xml"/><Relationship Id="rId129" Type="http://schemas.openxmlformats.org/officeDocument/2006/relationships/tags" Target="../tags/tag136.xml"/><Relationship Id="rId54" Type="http://schemas.openxmlformats.org/officeDocument/2006/relationships/tags" Target="../tags/tag61.xml"/><Relationship Id="rId70" Type="http://schemas.openxmlformats.org/officeDocument/2006/relationships/tags" Target="../tags/tag77.xml"/><Relationship Id="rId75" Type="http://schemas.openxmlformats.org/officeDocument/2006/relationships/tags" Target="../tags/tag82.xml"/><Relationship Id="rId91" Type="http://schemas.openxmlformats.org/officeDocument/2006/relationships/tags" Target="../tags/tag98.xml"/><Relationship Id="rId96" Type="http://schemas.openxmlformats.org/officeDocument/2006/relationships/tags" Target="../tags/tag103.xml"/><Relationship Id="rId140" Type="http://schemas.openxmlformats.org/officeDocument/2006/relationships/tags" Target="../tags/tag14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49" Type="http://schemas.openxmlformats.org/officeDocument/2006/relationships/tags" Target="../tags/tag56.xml"/><Relationship Id="rId114" Type="http://schemas.openxmlformats.org/officeDocument/2006/relationships/tags" Target="../tags/tag121.xml"/><Relationship Id="rId119" Type="http://schemas.openxmlformats.org/officeDocument/2006/relationships/tags" Target="../tags/tag126.xml"/><Relationship Id="rId44" Type="http://schemas.openxmlformats.org/officeDocument/2006/relationships/tags" Target="../tags/tag51.xml"/><Relationship Id="rId60" Type="http://schemas.openxmlformats.org/officeDocument/2006/relationships/tags" Target="../tags/tag67.xml"/><Relationship Id="rId65" Type="http://schemas.openxmlformats.org/officeDocument/2006/relationships/tags" Target="../tags/tag72.xml"/><Relationship Id="rId81" Type="http://schemas.openxmlformats.org/officeDocument/2006/relationships/tags" Target="../tags/tag88.xml"/><Relationship Id="rId86" Type="http://schemas.openxmlformats.org/officeDocument/2006/relationships/tags" Target="../tags/tag93.xml"/><Relationship Id="rId130" Type="http://schemas.openxmlformats.org/officeDocument/2006/relationships/tags" Target="../tags/tag137.xml"/><Relationship Id="rId135" Type="http://schemas.openxmlformats.org/officeDocument/2006/relationships/tags" Target="../tags/tag142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9" Type="http://schemas.openxmlformats.org/officeDocument/2006/relationships/tags" Target="../tags/tag46.xml"/><Relationship Id="rId109" Type="http://schemas.openxmlformats.org/officeDocument/2006/relationships/tags" Target="../tags/tag116.xml"/><Relationship Id="rId34" Type="http://schemas.openxmlformats.org/officeDocument/2006/relationships/tags" Target="../tags/tag41.xml"/><Relationship Id="rId50" Type="http://schemas.openxmlformats.org/officeDocument/2006/relationships/tags" Target="../tags/tag57.xml"/><Relationship Id="rId55" Type="http://schemas.openxmlformats.org/officeDocument/2006/relationships/tags" Target="../tags/tag62.xml"/><Relationship Id="rId76" Type="http://schemas.openxmlformats.org/officeDocument/2006/relationships/tags" Target="../tags/tag83.xml"/><Relationship Id="rId97" Type="http://schemas.openxmlformats.org/officeDocument/2006/relationships/tags" Target="../tags/tag104.xml"/><Relationship Id="rId104" Type="http://schemas.openxmlformats.org/officeDocument/2006/relationships/tags" Target="../tags/tag111.xml"/><Relationship Id="rId120" Type="http://schemas.openxmlformats.org/officeDocument/2006/relationships/tags" Target="../tags/tag127.xml"/><Relationship Id="rId125" Type="http://schemas.openxmlformats.org/officeDocument/2006/relationships/tags" Target="../tags/tag132.xml"/><Relationship Id="rId141" Type="http://schemas.openxmlformats.org/officeDocument/2006/relationships/tags" Target="../tags/tag148.xml"/><Relationship Id="rId7" Type="http://schemas.openxmlformats.org/officeDocument/2006/relationships/tags" Target="../tags/tag14.xml"/><Relationship Id="rId71" Type="http://schemas.openxmlformats.org/officeDocument/2006/relationships/tags" Target="../tags/tag78.xml"/><Relationship Id="rId92" Type="http://schemas.openxmlformats.org/officeDocument/2006/relationships/tags" Target="../tags/tag99.xml"/><Relationship Id="rId2" Type="http://schemas.openxmlformats.org/officeDocument/2006/relationships/tags" Target="../tags/tag9.xml"/><Relationship Id="rId29" Type="http://schemas.openxmlformats.org/officeDocument/2006/relationships/tags" Target="../tags/tag36.xml"/><Relationship Id="rId24" Type="http://schemas.openxmlformats.org/officeDocument/2006/relationships/tags" Target="../tags/tag31.xml"/><Relationship Id="rId40" Type="http://schemas.openxmlformats.org/officeDocument/2006/relationships/tags" Target="../tags/tag47.xml"/><Relationship Id="rId45" Type="http://schemas.openxmlformats.org/officeDocument/2006/relationships/tags" Target="../tags/tag52.xml"/><Relationship Id="rId66" Type="http://schemas.openxmlformats.org/officeDocument/2006/relationships/tags" Target="../tags/tag73.xml"/><Relationship Id="rId87" Type="http://schemas.openxmlformats.org/officeDocument/2006/relationships/tags" Target="../tags/tag94.xml"/><Relationship Id="rId110" Type="http://schemas.openxmlformats.org/officeDocument/2006/relationships/tags" Target="../tags/tag117.xml"/><Relationship Id="rId115" Type="http://schemas.openxmlformats.org/officeDocument/2006/relationships/tags" Target="../tags/tag122.xml"/><Relationship Id="rId131" Type="http://schemas.openxmlformats.org/officeDocument/2006/relationships/tags" Target="../tags/tag138.xml"/><Relationship Id="rId136" Type="http://schemas.openxmlformats.org/officeDocument/2006/relationships/tags" Target="../tags/tag143.xml"/><Relationship Id="rId61" Type="http://schemas.openxmlformats.org/officeDocument/2006/relationships/tags" Target="../tags/tag68.xml"/><Relationship Id="rId82" Type="http://schemas.openxmlformats.org/officeDocument/2006/relationships/tags" Target="../tags/tag89.xml"/><Relationship Id="rId19" Type="http://schemas.openxmlformats.org/officeDocument/2006/relationships/tags" Target="../tags/tag26.xml"/><Relationship Id="rId14" Type="http://schemas.openxmlformats.org/officeDocument/2006/relationships/tags" Target="../tags/tag21.xml"/><Relationship Id="rId30" Type="http://schemas.openxmlformats.org/officeDocument/2006/relationships/tags" Target="../tags/tag37.xml"/><Relationship Id="rId35" Type="http://schemas.openxmlformats.org/officeDocument/2006/relationships/tags" Target="../tags/tag42.xml"/><Relationship Id="rId56" Type="http://schemas.openxmlformats.org/officeDocument/2006/relationships/tags" Target="../tags/tag63.xml"/><Relationship Id="rId77" Type="http://schemas.openxmlformats.org/officeDocument/2006/relationships/tags" Target="../tags/tag84.xml"/><Relationship Id="rId100" Type="http://schemas.openxmlformats.org/officeDocument/2006/relationships/tags" Target="../tags/tag107.xml"/><Relationship Id="rId105" Type="http://schemas.openxmlformats.org/officeDocument/2006/relationships/tags" Target="../tags/tag112.xml"/><Relationship Id="rId126" Type="http://schemas.openxmlformats.org/officeDocument/2006/relationships/tags" Target="../tags/tag133.xml"/><Relationship Id="rId8" Type="http://schemas.openxmlformats.org/officeDocument/2006/relationships/tags" Target="../tags/tag15.xml"/><Relationship Id="rId51" Type="http://schemas.openxmlformats.org/officeDocument/2006/relationships/tags" Target="../tags/tag58.xml"/><Relationship Id="rId72" Type="http://schemas.openxmlformats.org/officeDocument/2006/relationships/tags" Target="../tags/tag79.xml"/><Relationship Id="rId93" Type="http://schemas.openxmlformats.org/officeDocument/2006/relationships/tags" Target="../tags/tag100.xml"/><Relationship Id="rId98" Type="http://schemas.openxmlformats.org/officeDocument/2006/relationships/tags" Target="../tags/tag105.xml"/><Relationship Id="rId121" Type="http://schemas.openxmlformats.org/officeDocument/2006/relationships/tags" Target="../tags/tag128.xml"/><Relationship Id="rId142" Type="http://schemas.openxmlformats.org/officeDocument/2006/relationships/tags" Target="../tags/tag149.xml"/><Relationship Id="rId3" Type="http://schemas.openxmlformats.org/officeDocument/2006/relationships/tags" Target="../tags/tag10.xml"/><Relationship Id="rId25" Type="http://schemas.openxmlformats.org/officeDocument/2006/relationships/tags" Target="../tags/tag32.xml"/><Relationship Id="rId46" Type="http://schemas.openxmlformats.org/officeDocument/2006/relationships/tags" Target="../tags/tag53.xml"/><Relationship Id="rId67" Type="http://schemas.openxmlformats.org/officeDocument/2006/relationships/tags" Target="../tags/tag74.xml"/><Relationship Id="rId116" Type="http://schemas.openxmlformats.org/officeDocument/2006/relationships/tags" Target="../tags/tag123.xml"/><Relationship Id="rId137" Type="http://schemas.openxmlformats.org/officeDocument/2006/relationships/tags" Target="../tags/tag144.xml"/><Relationship Id="rId20" Type="http://schemas.openxmlformats.org/officeDocument/2006/relationships/tags" Target="../tags/tag27.xml"/><Relationship Id="rId41" Type="http://schemas.openxmlformats.org/officeDocument/2006/relationships/tags" Target="../tags/tag48.xml"/><Relationship Id="rId62" Type="http://schemas.openxmlformats.org/officeDocument/2006/relationships/tags" Target="../tags/tag69.xml"/><Relationship Id="rId83" Type="http://schemas.openxmlformats.org/officeDocument/2006/relationships/tags" Target="../tags/tag90.xml"/><Relationship Id="rId88" Type="http://schemas.openxmlformats.org/officeDocument/2006/relationships/tags" Target="../tags/tag95.xml"/><Relationship Id="rId111" Type="http://schemas.openxmlformats.org/officeDocument/2006/relationships/tags" Target="../tags/tag118.xml"/><Relationship Id="rId132" Type="http://schemas.openxmlformats.org/officeDocument/2006/relationships/tags" Target="../tags/tag139.xml"/><Relationship Id="rId15" Type="http://schemas.openxmlformats.org/officeDocument/2006/relationships/tags" Target="../tags/tag22.xml"/><Relationship Id="rId36" Type="http://schemas.openxmlformats.org/officeDocument/2006/relationships/tags" Target="../tags/tag43.xml"/><Relationship Id="rId57" Type="http://schemas.openxmlformats.org/officeDocument/2006/relationships/tags" Target="../tags/tag64.xml"/><Relationship Id="rId106" Type="http://schemas.openxmlformats.org/officeDocument/2006/relationships/tags" Target="../tags/tag113.xml"/><Relationship Id="rId127" Type="http://schemas.openxmlformats.org/officeDocument/2006/relationships/tags" Target="../tags/tag134.xml"/><Relationship Id="rId10" Type="http://schemas.openxmlformats.org/officeDocument/2006/relationships/tags" Target="../tags/tag17.xml"/><Relationship Id="rId31" Type="http://schemas.openxmlformats.org/officeDocument/2006/relationships/tags" Target="../tags/tag38.xml"/><Relationship Id="rId52" Type="http://schemas.openxmlformats.org/officeDocument/2006/relationships/tags" Target="../tags/tag59.xml"/><Relationship Id="rId73" Type="http://schemas.openxmlformats.org/officeDocument/2006/relationships/tags" Target="../tags/tag80.xml"/><Relationship Id="rId78" Type="http://schemas.openxmlformats.org/officeDocument/2006/relationships/tags" Target="../tags/tag85.xml"/><Relationship Id="rId94" Type="http://schemas.openxmlformats.org/officeDocument/2006/relationships/tags" Target="../tags/tag101.xml"/><Relationship Id="rId99" Type="http://schemas.openxmlformats.org/officeDocument/2006/relationships/tags" Target="../tags/tag106.xml"/><Relationship Id="rId101" Type="http://schemas.openxmlformats.org/officeDocument/2006/relationships/tags" Target="../tags/tag108.xml"/><Relationship Id="rId122" Type="http://schemas.openxmlformats.org/officeDocument/2006/relationships/tags" Target="../tags/tag129.xml"/><Relationship Id="rId143" Type="http://schemas.openxmlformats.org/officeDocument/2006/relationships/tags" Target="../tags/tag150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26" Type="http://schemas.openxmlformats.org/officeDocument/2006/relationships/tags" Target="../tags/tag33.xml"/><Relationship Id="rId47" Type="http://schemas.openxmlformats.org/officeDocument/2006/relationships/tags" Target="../tags/tag54.xml"/><Relationship Id="rId68" Type="http://schemas.openxmlformats.org/officeDocument/2006/relationships/tags" Target="../tags/tag75.xml"/><Relationship Id="rId89" Type="http://schemas.openxmlformats.org/officeDocument/2006/relationships/tags" Target="../tags/tag96.xml"/><Relationship Id="rId112" Type="http://schemas.openxmlformats.org/officeDocument/2006/relationships/tags" Target="../tags/tag119.xml"/><Relationship Id="rId133" Type="http://schemas.openxmlformats.org/officeDocument/2006/relationships/tags" Target="../tags/tag140.xml"/><Relationship Id="rId16" Type="http://schemas.openxmlformats.org/officeDocument/2006/relationships/tags" Target="../tags/tag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DD605B-F7BE-0C48-0D53-1C60A5F0F3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D9C6A9-CF13-A065-BB55-F3E3D0891B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7963E-8375-FD0C-9184-75D74201CBBD}"/>
              </a:ext>
            </a:extLst>
          </p:cNvPr>
          <p:cNvSpPr/>
          <p:nvPr/>
        </p:nvSpPr>
        <p:spPr>
          <a:xfrm>
            <a:off x="8618322" y="1404018"/>
            <a:ext cx="3218078" cy="49377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4E86C-718D-75CC-C0C6-88825B3EB92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017" y="3132143"/>
            <a:ext cx="1267667" cy="1487949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Card Issuance</a:t>
            </a:r>
          </a:p>
        </p:txBody>
      </p:sp>
      <p:sp>
        <p:nvSpPr>
          <p:cNvPr id="6" name="Rectangle 229">
            <a:extLst>
              <a:ext uri="{FF2B5EF4-FFF2-40B4-BE49-F238E27FC236}">
                <a16:creationId xmlns:a16="http://schemas.microsoft.com/office/drawing/2014/main" id="{D2FF9FA7-254A-1FB6-CDD6-E037D9A6FAF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11455" y="3842043"/>
            <a:ext cx="1134791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36000" tIns="0" rIns="3600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Credit Limit Decision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57ED3-F301-FE77-7D3A-48F949FAF42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675607" y="3132143"/>
            <a:ext cx="1267667" cy="1487949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Credit Contracting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90C20-0E04-9358-463B-C6A43C9489C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36788" y="3132143"/>
            <a:ext cx="4098468" cy="1487949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Operations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12D7B-8006-116B-26CF-DCF496D90E1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6198" y="3132143"/>
            <a:ext cx="1267667" cy="1487949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Transactional Cards</a:t>
            </a:r>
          </a:p>
        </p:txBody>
      </p:sp>
      <p:sp>
        <p:nvSpPr>
          <p:cNvPr id="10" name="Rectangle 229">
            <a:extLst>
              <a:ext uri="{FF2B5EF4-FFF2-40B4-BE49-F238E27FC236}">
                <a16:creationId xmlns:a16="http://schemas.microsoft.com/office/drawing/2014/main" id="{C7F37F03-802F-805F-22C8-1640B09C7AA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73640" y="3849483"/>
            <a:ext cx="110049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Post-capture processing</a:t>
            </a:r>
          </a:p>
        </p:txBody>
      </p:sp>
      <p:sp>
        <p:nvSpPr>
          <p:cNvPr id="11" name="Rectangle 229">
            <a:extLst>
              <a:ext uri="{FF2B5EF4-FFF2-40B4-BE49-F238E27FC236}">
                <a16:creationId xmlns:a16="http://schemas.microsoft.com/office/drawing/2014/main" id="{8AACA181-32D1-A61D-C428-1C6DEF0F030C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73640" y="4232132"/>
            <a:ext cx="110049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Authorization</a:t>
            </a: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9339E669-E6BA-818F-F374-19C1EB6A0ED5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24734" y="3466832"/>
            <a:ext cx="123597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Clearing and Settlement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6D536B6E-B053-C374-12F0-C9C0347F6496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78332" y="3839331"/>
            <a:ext cx="123597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36000" tIns="0" rIns="3600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Credit Portfolio Management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4D72E3E3-168B-7D30-515B-9E3D5F5776D1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17336" y="3839331"/>
            <a:ext cx="123597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Billing</a:t>
            </a:r>
          </a:p>
        </p:txBody>
      </p:sp>
      <p:sp>
        <p:nvSpPr>
          <p:cNvPr id="15" name="Rectangle 58">
            <a:extLst>
              <a:ext uri="{FF2B5EF4-FFF2-40B4-BE49-F238E27FC236}">
                <a16:creationId xmlns:a16="http://schemas.microsoft.com/office/drawing/2014/main" id="{4E60BB4D-A56E-C42B-49C8-ECA4E437DC0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117336" y="4232132"/>
            <a:ext cx="123597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Cash </a:t>
            </a:r>
            <a:b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</a:b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Management</a:t>
            </a: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DAB31D0D-68E2-56B7-C026-B9B32E0274B9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78332" y="4232132"/>
            <a:ext cx="1235979" cy="32241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Credit Scoring Management</a:t>
            </a:r>
          </a:p>
        </p:txBody>
      </p:sp>
      <p:sp>
        <p:nvSpPr>
          <p:cNvPr id="17" name="Rectangle 229">
            <a:extLst>
              <a:ext uri="{FF2B5EF4-FFF2-40B4-BE49-F238E27FC236}">
                <a16:creationId xmlns:a16="http://schemas.microsoft.com/office/drawing/2014/main" id="{49D38E66-4CA6-D074-753C-20753B692CC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760695" y="4026268"/>
            <a:ext cx="1100499" cy="23643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Hiring and </a:t>
            </a:r>
            <a:r>
              <a:rPr lang="en-US" sz="900" err="1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Issueing</a:t>
            </a:r>
            <a:endParaRPr lang="en-US" sz="900">
              <a:solidFill>
                <a:srgbClr val="000000"/>
              </a:solidFill>
              <a:latin typeface="Graphik" panose="020B0503030202060203" pitchFamily="34" charset="0"/>
              <a:cs typeface="Arial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A58957-4F4E-9DFC-AB06-9AE08D87114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45018" y="5771584"/>
            <a:ext cx="8090239" cy="495537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Corporate Functions</a:t>
            </a:r>
          </a:p>
        </p:txBody>
      </p:sp>
      <p:sp>
        <p:nvSpPr>
          <p:cNvPr id="19" name="Rectangle 58">
            <a:extLst>
              <a:ext uri="{FF2B5EF4-FFF2-40B4-BE49-F238E27FC236}">
                <a16:creationId xmlns:a16="http://schemas.microsoft.com/office/drawing/2014/main" id="{E674010A-E2EA-4FEA-2489-F7A802E28E73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761210" y="5872872"/>
            <a:ext cx="917373" cy="335136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Legal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7A2585-55F0-8276-B067-D058F526BD4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45018" y="5228706"/>
            <a:ext cx="8090239" cy="495535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Controls</a:t>
            </a:r>
          </a:p>
        </p:txBody>
      </p:sp>
      <p:sp>
        <p:nvSpPr>
          <p:cNvPr id="21" name="Rectangle 58">
            <a:extLst>
              <a:ext uri="{FF2B5EF4-FFF2-40B4-BE49-F238E27FC236}">
                <a16:creationId xmlns:a16="http://schemas.microsoft.com/office/drawing/2014/main" id="{D74A8733-E6A8-BDD9-7604-CB28AA6BD643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365816" y="5316107"/>
            <a:ext cx="835996" cy="320734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Fiscal</a:t>
            </a:r>
          </a:p>
        </p:txBody>
      </p:sp>
      <p:sp>
        <p:nvSpPr>
          <p:cNvPr id="22" name="Rectangle 58">
            <a:extLst>
              <a:ext uri="{FF2B5EF4-FFF2-40B4-BE49-F238E27FC236}">
                <a16:creationId xmlns:a16="http://schemas.microsoft.com/office/drawing/2014/main" id="{CB8BF373-8533-E28E-DE81-FA5CF060247F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416318" y="5316107"/>
            <a:ext cx="835996" cy="320734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Risk Management</a:t>
            </a: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91BFC5B5-A24B-AC78-8216-FB978C43B28C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315314" y="5316107"/>
            <a:ext cx="835996" cy="320734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Managerial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396F67-A189-4562-1AEB-98F25AA5229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345018" y="4667904"/>
            <a:ext cx="8090239" cy="495535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Technology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914A09-1B26-5390-40C6-B39DC89EE4E9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45018" y="1978837"/>
            <a:ext cx="8090239" cy="532233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Marketing 
&amp; Products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EEA553-875D-1E0E-B27F-CF727F1FBBB1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45018" y="2560340"/>
            <a:ext cx="8090239" cy="532233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Commercial</a:t>
            </a: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A0EC0A1C-21F5-3175-B88F-B9B4B66F8FA7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302368" y="2072313"/>
            <a:ext cx="1309434" cy="30677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>
                <a:lumMod val="85000"/>
              </a:schemeClr>
            </a:bgClr>
          </a:pattFill>
          <a:ln w="0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1050">
                <a:cs typeface="Arial" pitchFamily="34" charset="0"/>
              </a:rPr>
              <a:t>Market Intelligence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017A0241-E7D6-93A9-3171-24CD057A08C0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59957" y="2072313"/>
            <a:ext cx="1309434" cy="306770"/>
          </a:xfrm>
          <a:prstGeom prst="rect">
            <a:avLst/>
          </a:prstGeom>
          <a:solidFill>
            <a:srgbClr val="00BAFF"/>
          </a:solidFill>
          <a:ln w="0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cs typeface="Arial" pitchFamily="34" charset="0"/>
              </a:rPr>
              <a:t>Brand / Institutional Management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CB80E5-8557-CEAB-575E-63750DC9C84D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45018" y="1404018"/>
            <a:ext cx="8090239" cy="532233"/>
          </a:xfrm>
          <a:prstGeom prst="rect">
            <a:avLst/>
          </a:prstGeom>
          <a:solidFill>
            <a:srgbClr val="F1F1F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Graphik" panose="020B0503030202060203" pitchFamily="34" charset="0"/>
                <a:cs typeface="Arial" pitchFamily="34" charset="0"/>
              </a:rPr>
              <a:t>Strategy</a:t>
            </a: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62BBADE4-1ABA-17FF-0F92-DE02E8C0D13F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302368" y="1516749"/>
            <a:ext cx="1309434" cy="306770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>
                <a:lumMod val="85000"/>
              </a:schemeClr>
            </a:bgClr>
          </a:pattFill>
          <a:ln w="0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1050">
                <a:cs typeface="Arial" pitchFamily="34" charset="0"/>
              </a:rPr>
              <a:t>Business Intelligence</a:t>
            </a:r>
          </a:p>
        </p:txBody>
      </p:sp>
      <p:sp>
        <p:nvSpPr>
          <p:cNvPr id="31" name="Rectangle 229">
            <a:extLst>
              <a:ext uri="{FF2B5EF4-FFF2-40B4-BE49-F238E27FC236}">
                <a16:creationId xmlns:a16="http://schemas.microsoft.com/office/drawing/2014/main" id="{115DC24B-F438-84E1-DB3F-28869A2954C6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2604784" y="2639917"/>
            <a:ext cx="1082177" cy="358889"/>
          </a:xfrm>
          <a:prstGeom prst="rect">
            <a:avLst/>
          </a:prstGeom>
          <a:solidFill>
            <a:srgbClr val="CEF490"/>
          </a:solidFill>
          <a:ln w="0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900">
                <a:cs typeface="Arial" pitchFamily="34" charset="0"/>
              </a:rPr>
              <a:t>Sales process management</a:t>
            </a:r>
          </a:p>
        </p:txBody>
      </p:sp>
      <p:sp>
        <p:nvSpPr>
          <p:cNvPr id="32" name="Rectangle 229">
            <a:extLst>
              <a:ext uri="{FF2B5EF4-FFF2-40B4-BE49-F238E27FC236}">
                <a16:creationId xmlns:a16="http://schemas.microsoft.com/office/drawing/2014/main" id="{EC32C4EB-CFC8-E69C-AB0D-A1D53D371FE0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444780" y="2639917"/>
            <a:ext cx="1082177" cy="358889"/>
          </a:xfrm>
          <a:prstGeom prst="rect">
            <a:avLst/>
          </a:prstGeom>
          <a:solidFill>
            <a:srgbClr val="CEF490"/>
          </a:solidFill>
          <a:ln w="0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900">
                <a:cs typeface="Arial" pitchFamily="34" charset="0"/>
              </a:rPr>
              <a:t>Sales Planning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B9DD30C-C344-D3A2-CFC9-34AFC563BCBA}"/>
              </a:ext>
            </a:extLst>
          </p:cNvPr>
          <p:cNvGrpSpPr/>
          <p:nvPr/>
        </p:nvGrpSpPr>
        <p:grpSpPr>
          <a:xfrm>
            <a:off x="1444780" y="1516749"/>
            <a:ext cx="1309434" cy="306770"/>
            <a:chOff x="2976546" y="569484"/>
            <a:chExt cx="1376228" cy="348032"/>
          </a:xfrm>
        </p:grpSpPr>
        <p:sp>
          <p:nvSpPr>
            <p:cNvPr id="34" name="Rectangle 19">
              <a:extLst>
                <a:ext uri="{FF2B5EF4-FFF2-40B4-BE49-F238E27FC236}">
                  <a16:creationId xmlns:a16="http://schemas.microsoft.com/office/drawing/2014/main" id="{531F3647-1B64-6981-061E-DA1C3BB2BC44}"/>
                </a:ext>
              </a:extLst>
            </p:cNvPr>
            <p:cNvSpPr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F8B533D0-3F8D-628C-D38B-A22669113E75}"/>
                </a:ext>
              </a:extLst>
            </p:cNvPr>
            <p:cNvSpPr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11BA6F05-67B0-EBD5-9DC7-A2F5B7AF44CC}"/>
                </a:ext>
              </a:extLst>
            </p:cNvPr>
            <p:cNvSpPr>
              <a:spLocks noChangeArrowheads="1"/>
            </p:cNvSpPr>
            <p:nvPr>
              <p:custDataLst>
                <p:tags r:id="rId143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7AEF934-095D-DDEF-26D9-998B937FD8EA}"/>
              </a:ext>
            </a:extLst>
          </p:cNvPr>
          <p:cNvGrpSpPr/>
          <p:nvPr/>
        </p:nvGrpSpPr>
        <p:grpSpPr>
          <a:xfrm>
            <a:off x="5159957" y="1516749"/>
            <a:ext cx="1309434" cy="306770"/>
            <a:chOff x="2976546" y="569484"/>
            <a:chExt cx="1376228" cy="348032"/>
          </a:xfrm>
        </p:grpSpPr>
        <p:sp>
          <p:nvSpPr>
            <p:cNvPr id="38" name="Rectangle 19">
              <a:extLst>
                <a:ext uri="{FF2B5EF4-FFF2-40B4-BE49-F238E27FC236}">
                  <a16:creationId xmlns:a16="http://schemas.microsoft.com/office/drawing/2014/main" id="{20C810ED-B10E-1024-E643-8575013D6F1F}"/>
                </a:ext>
              </a:extLst>
            </p:cNvPr>
            <p:cNvSpPr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39" name="Rectangle 19">
              <a:extLst>
                <a:ext uri="{FF2B5EF4-FFF2-40B4-BE49-F238E27FC236}">
                  <a16:creationId xmlns:a16="http://schemas.microsoft.com/office/drawing/2014/main" id="{B5528AD4-FA50-7604-014C-A8B7B39639B0}"/>
                </a:ext>
              </a:extLst>
            </p:cNvPr>
            <p:cNvSpPr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40" name="Rectangle 19">
              <a:extLst>
                <a:ext uri="{FF2B5EF4-FFF2-40B4-BE49-F238E27FC236}">
                  <a16:creationId xmlns:a16="http://schemas.microsoft.com/office/drawing/2014/main" id="{070DC254-306B-9E2A-888E-1AABE98EAD8B}"/>
                </a:ext>
              </a:extLst>
            </p:cNvPr>
            <p:cNvSpPr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A1579A-9D19-6318-EB71-45B353ED14C9}"/>
              </a:ext>
            </a:extLst>
          </p:cNvPr>
          <p:cNvGrpSpPr/>
          <p:nvPr/>
        </p:nvGrpSpPr>
        <p:grpSpPr>
          <a:xfrm>
            <a:off x="7017545" y="1516749"/>
            <a:ext cx="1309434" cy="306770"/>
            <a:chOff x="2976546" y="569484"/>
            <a:chExt cx="1376228" cy="348032"/>
          </a:xfrm>
        </p:grpSpPr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48511A31-A4FB-B79B-DBD2-0897ABA08A0D}"/>
                </a:ext>
              </a:extLst>
            </p:cNvPr>
            <p:cNvSpPr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43" name="Rectangle 19">
              <a:extLst>
                <a:ext uri="{FF2B5EF4-FFF2-40B4-BE49-F238E27FC236}">
                  <a16:creationId xmlns:a16="http://schemas.microsoft.com/office/drawing/2014/main" id="{6CCCADF0-476F-648C-E6EC-9CE4E1320C91}"/>
                </a:ext>
              </a:extLst>
            </p:cNvPr>
            <p:cNvSpPr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44" name="Rectangle 19">
              <a:extLst>
                <a:ext uri="{FF2B5EF4-FFF2-40B4-BE49-F238E27FC236}">
                  <a16:creationId xmlns:a16="http://schemas.microsoft.com/office/drawing/2014/main" id="{AD03BAA0-C268-9FDC-2D2E-3045447D2045}"/>
                </a:ext>
              </a:extLst>
            </p:cNvPr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3648CF-020E-A993-B0AF-F45B53F547C8}"/>
              </a:ext>
            </a:extLst>
          </p:cNvPr>
          <p:cNvGrpSpPr/>
          <p:nvPr/>
        </p:nvGrpSpPr>
        <p:grpSpPr>
          <a:xfrm>
            <a:off x="5416318" y="4769268"/>
            <a:ext cx="835996" cy="306770"/>
            <a:chOff x="2976546" y="569484"/>
            <a:chExt cx="1376228" cy="348032"/>
          </a:xfrm>
        </p:grpSpPr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C50C0147-A6CC-4FB5-2E45-E9F55F6DDF78}"/>
                </a:ext>
              </a:extLst>
            </p:cNvPr>
            <p:cNvSpPr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47" name="Rectangle 19">
              <a:extLst>
                <a:ext uri="{FF2B5EF4-FFF2-40B4-BE49-F238E27FC236}">
                  <a16:creationId xmlns:a16="http://schemas.microsoft.com/office/drawing/2014/main" id="{3A434D6E-69D9-C4FF-FACD-DB5BF7ADE376}"/>
                </a:ext>
              </a:extLst>
            </p:cNvPr>
            <p:cNvSpPr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48" name="Rectangle 19">
              <a:extLst>
                <a:ext uri="{FF2B5EF4-FFF2-40B4-BE49-F238E27FC236}">
                  <a16:creationId xmlns:a16="http://schemas.microsoft.com/office/drawing/2014/main" id="{629150AD-C001-C8C6-6D0C-C439060613AD}"/>
                </a:ext>
              </a:extLst>
            </p:cNvPr>
            <p:cNvSpPr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ACCE2BF-0971-1AEA-B037-1971DD6FB58E}"/>
              </a:ext>
            </a:extLst>
          </p:cNvPr>
          <p:cNvGrpSpPr/>
          <p:nvPr/>
        </p:nvGrpSpPr>
        <p:grpSpPr>
          <a:xfrm>
            <a:off x="6466820" y="4769268"/>
            <a:ext cx="835996" cy="306770"/>
            <a:chOff x="2976546" y="569484"/>
            <a:chExt cx="1376228" cy="348032"/>
          </a:xfrm>
        </p:grpSpPr>
        <p:sp>
          <p:nvSpPr>
            <p:cNvPr id="50" name="Rectangle 19">
              <a:extLst>
                <a:ext uri="{FF2B5EF4-FFF2-40B4-BE49-F238E27FC236}">
                  <a16:creationId xmlns:a16="http://schemas.microsoft.com/office/drawing/2014/main" id="{3827F231-2002-15E1-CA9F-1D5F65937C8B}"/>
                </a:ext>
              </a:extLst>
            </p:cNvPr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F9E44742-5780-B9E1-B495-12F0501506C2}"/>
                </a:ext>
              </a:extLst>
            </p:cNvPr>
            <p:cNvSpPr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52" name="Rectangle 19">
              <a:extLst>
                <a:ext uri="{FF2B5EF4-FFF2-40B4-BE49-F238E27FC236}">
                  <a16:creationId xmlns:a16="http://schemas.microsoft.com/office/drawing/2014/main" id="{91CC8EC6-7A0B-F171-00F4-9E68ED5C9307}"/>
                </a:ext>
              </a:extLst>
            </p:cNvPr>
            <p:cNvSpPr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4DCC02D-CC2B-B3CB-AABF-82A793751258}"/>
              </a:ext>
            </a:extLst>
          </p:cNvPr>
          <p:cNvGrpSpPr/>
          <p:nvPr/>
        </p:nvGrpSpPr>
        <p:grpSpPr>
          <a:xfrm>
            <a:off x="7517319" y="4769268"/>
            <a:ext cx="835996" cy="306770"/>
            <a:chOff x="2976546" y="569484"/>
            <a:chExt cx="1376228" cy="348032"/>
          </a:xfrm>
        </p:grpSpPr>
        <p:sp>
          <p:nvSpPr>
            <p:cNvPr id="54" name="Rectangle 19">
              <a:extLst>
                <a:ext uri="{FF2B5EF4-FFF2-40B4-BE49-F238E27FC236}">
                  <a16:creationId xmlns:a16="http://schemas.microsoft.com/office/drawing/2014/main" id="{DB65F0C0-A466-48B9-A1C9-052B288D7363}"/>
                </a:ext>
              </a:extLst>
            </p:cNvPr>
            <p:cNvSpPr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55" name="Rectangle 19">
              <a:extLst>
                <a:ext uri="{FF2B5EF4-FFF2-40B4-BE49-F238E27FC236}">
                  <a16:creationId xmlns:a16="http://schemas.microsoft.com/office/drawing/2014/main" id="{F72276FB-06E6-20D4-6258-A3E58FC50F3B}"/>
                </a:ext>
              </a:extLst>
            </p:cNvPr>
            <p:cNvSpPr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56" name="Rectangle 19">
              <a:extLst>
                <a:ext uri="{FF2B5EF4-FFF2-40B4-BE49-F238E27FC236}">
                  <a16:creationId xmlns:a16="http://schemas.microsoft.com/office/drawing/2014/main" id="{C5856489-7716-D54D-4802-C33985E2727E}"/>
                </a:ext>
              </a:extLst>
            </p:cNvPr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7A7F51-C566-D04F-C77D-7192052E897A}"/>
              </a:ext>
            </a:extLst>
          </p:cNvPr>
          <p:cNvGrpSpPr/>
          <p:nvPr/>
        </p:nvGrpSpPr>
        <p:grpSpPr>
          <a:xfrm>
            <a:off x="3764788" y="2639181"/>
            <a:ext cx="1082177" cy="358889"/>
            <a:chOff x="2976546" y="569484"/>
            <a:chExt cx="1376228" cy="348032"/>
          </a:xfrm>
        </p:grpSpPr>
        <p:sp>
          <p:nvSpPr>
            <p:cNvPr id="58" name="Rectangle 19">
              <a:extLst>
                <a:ext uri="{FF2B5EF4-FFF2-40B4-BE49-F238E27FC236}">
                  <a16:creationId xmlns:a16="http://schemas.microsoft.com/office/drawing/2014/main" id="{599346DA-33B3-7ACA-CED8-C8855714DCDD}"/>
                </a:ext>
              </a:extLst>
            </p:cNvPr>
            <p:cNvSpPr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59" name="Rectangle 19">
              <a:extLst>
                <a:ext uri="{FF2B5EF4-FFF2-40B4-BE49-F238E27FC236}">
                  <a16:creationId xmlns:a16="http://schemas.microsoft.com/office/drawing/2014/main" id="{93117EFB-AFA2-13A7-9F9A-1A6F3223265A}"/>
                </a:ext>
              </a:extLst>
            </p:cNvPr>
            <p:cNvSpPr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60" name="Rectangle 19">
              <a:extLst>
                <a:ext uri="{FF2B5EF4-FFF2-40B4-BE49-F238E27FC236}">
                  <a16:creationId xmlns:a16="http://schemas.microsoft.com/office/drawing/2014/main" id="{F0831C77-A5B0-5245-4687-B47D71CD19CA}"/>
                </a:ext>
              </a:extLst>
            </p:cNvPr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E4949F8-4FE8-821E-2990-94DC853EE24D}"/>
              </a:ext>
            </a:extLst>
          </p:cNvPr>
          <p:cNvGrpSpPr/>
          <p:nvPr/>
        </p:nvGrpSpPr>
        <p:grpSpPr>
          <a:xfrm>
            <a:off x="4924792" y="2639181"/>
            <a:ext cx="1082177" cy="358889"/>
            <a:chOff x="2976546" y="569484"/>
            <a:chExt cx="1376228" cy="348032"/>
          </a:xfrm>
        </p:grpSpPr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EC44BCB7-98A5-654F-C320-14963E234A1C}"/>
                </a:ext>
              </a:extLst>
            </p:cNvPr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63" name="Rectangle 19">
              <a:extLst>
                <a:ext uri="{FF2B5EF4-FFF2-40B4-BE49-F238E27FC236}">
                  <a16:creationId xmlns:a16="http://schemas.microsoft.com/office/drawing/2014/main" id="{CB714FAF-7A7F-1D63-8D9F-29C4F0B2E585}"/>
                </a:ext>
              </a:extLst>
            </p:cNvPr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64" name="Rectangle 19">
              <a:extLst>
                <a:ext uri="{FF2B5EF4-FFF2-40B4-BE49-F238E27FC236}">
                  <a16:creationId xmlns:a16="http://schemas.microsoft.com/office/drawing/2014/main" id="{8D7F13BC-5071-0A91-5BC9-B5DA947F7EB1}"/>
                </a:ext>
              </a:extLst>
            </p:cNvPr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A1C2840-EF5F-633D-CA2D-B070F663760E}"/>
              </a:ext>
            </a:extLst>
          </p:cNvPr>
          <p:cNvGrpSpPr/>
          <p:nvPr/>
        </p:nvGrpSpPr>
        <p:grpSpPr>
          <a:xfrm>
            <a:off x="7117336" y="3482478"/>
            <a:ext cx="1235979" cy="306770"/>
            <a:chOff x="2976546" y="569484"/>
            <a:chExt cx="1376228" cy="348032"/>
          </a:xfrm>
        </p:grpSpPr>
        <p:sp>
          <p:nvSpPr>
            <p:cNvPr id="66" name="Rectangle 19">
              <a:extLst>
                <a:ext uri="{FF2B5EF4-FFF2-40B4-BE49-F238E27FC236}">
                  <a16:creationId xmlns:a16="http://schemas.microsoft.com/office/drawing/2014/main" id="{8B97273B-EEA7-9800-E908-429218E1E233}"/>
                </a:ext>
              </a:extLst>
            </p:cNvPr>
            <p:cNvSpPr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67" name="Rectangle 19">
              <a:extLst>
                <a:ext uri="{FF2B5EF4-FFF2-40B4-BE49-F238E27FC236}">
                  <a16:creationId xmlns:a16="http://schemas.microsoft.com/office/drawing/2014/main" id="{5F4164E3-CDD2-32BB-3E7E-65DBEA52E9A8}"/>
                </a:ext>
              </a:extLst>
            </p:cNvPr>
            <p:cNvSpPr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68" name="Rectangle 19">
              <a:extLst>
                <a:ext uri="{FF2B5EF4-FFF2-40B4-BE49-F238E27FC236}">
                  <a16:creationId xmlns:a16="http://schemas.microsoft.com/office/drawing/2014/main" id="{C594030E-3BD8-2BED-390B-227C33A03CB1}"/>
                </a:ext>
              </a:extLst>
            </p:cNvPr>
            <p:cNvSpPr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69" name="Rectangle 19">
            <a:extLst>
              <a:ext uri="{FF2B5EF4-FFF2-40B4-BE49-F238E27FC236}">
                <a16:creationId xmlns:a16="http://schemas.microsoft.com/office/drawing/2014/main" id="{C2C6EA28-1185-0129-FC1F-4B0B1A316414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117336" y="3466832"/>
            <a:ext cx="1235979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Operational Intelligence (MIS)</a:t>
            </a:r>
          </a:p>
        </p:txBody>
      </p:sp>
      <p:sp>
        <p:nvSpPr>
          <p:cNvPr id="70" name="Rectangle 229">
            <a:extLst>
              <a:ext uri="{FF2B5EF4-FFF2-40B4-BE49-F238E27FC236}">
                <a16:creationId xmlns:a16="http://schemas.microsoft.com/office/drawing/2014/main" id="{C129DFEB-99D4-DD2E-A0EA-01B225181896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4924792" y="2639181"/>
            <a:ext cx="1082177" cy="358889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Customer relationship management</a:t>
            </a:r>
          </a:p>
        </p:txBody>
      </p:sp>
      <p:sp>
        <p:nvSpPr>
          <p:cNvPr id="71" name="Rectangle 19">
            <a:extLst>
              <a:ext uri="{FF2B5EF4-FFF2-40B4-BE49-F238E27FC236}">
                <a16:creationId xmlns:a16="http://schemas.microsoft.com/office/drawing/2014/main" id="{9F9B2970-EC61-2B74-7E07-C5064A8CFD6C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764788" y="2639181"/>
            <a:ext cx="1082177" cy="358889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Pricing</a:t>
            </a:r>
          </a:p>
        </p:txBody>
      </p:sp>
      <p:sp>
        <p:nvSpPr>
          <p:cNvPr id="72" name="Rectangle 58">
            <a:extLst>
              <a:ext uri="{FF2B5EF4-FFF2-40B4-BE49-F238E27FC236}">
                <a16:creationId xmlns:a16="http://schemas.microsoft.com/office/drawing/2014/main" id="{02B8071B-846A-AF28-ED9C-334327DAB24B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7017545" y="1516749"/>
            <a:ext cx="1309434" cy="30677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Corporate Performance Management</a:t>
            </a:r>
          </a:p>
        </p:txBody>
      </p:sp>
      <p:sp>
        <p:nvSpPr>
          <p:cNvPr id="73" name="Rectangle 19">
            <a:extLst>
              <a:ext uri="{FF2B5EF4-FFF2-40B4-BE49-F238E27FC236}">
                <a16:creationId xmlns:a16="http://schemas.microsoft.com/office/drawing/2014/main" id="{F8EA748D-1DD3-2B5D-D5A1-24F44D0C8C45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159957" y="1516749"/>
            <a:ext cx="1309434" cy="30677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Business Development</a:t>
            </a:r>
          </a:p>
        </p:txBody>
      </p:sp>
      <p:sp>
        <p:nvSpPr>
          <p:cNvPr id="74" name="Rectangle 58">
            <a:extLst>
              <a:ext uri="{FF2B5EF4-FFF2-40B4-BE49-F238E27FC236}">
                <a16:creationId xmlns:a16="http://schemas.microsoft.com/office/drawing/2014/main" id="{DFEA323E-C971-46A0-F490-BBACBE1B84DA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7517319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IT Service Performance</a:t>
            </a:r>
          </a:p>
        </p:txBody>
      </p:sp>
      <p:sp>
        <p:nvSpPr>
          <p:cNvPr id="75" name="Rectangle 58">
            <a:extLst>
              <a:ext uri="{FF2B5EF4-FFF2-40B4-BE49-F238E27FC236}">
                <a16:creationId xmlns:a16="http://schemas.microsoft.com/office/drawing/2014/main" id="{5329616F-3CD8-F2CC-AF5D-4410B51B2EB4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416318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IT Service Operations</a:t>
            </a:r>
          </a:p>
        </p:txBody>
      </p:sp>
      <p:sp>
        <p:nvSpPr>
          <p:cNvPr id="76" name="Rectangle 58">
            <a:extLst>
              <a:ext uri="{FF2B5EF4-FFF2-40B4-BE49-F238E27FC236}">
                <a16:creationId xmlns:a16="http://schemas.microsoft.com/office/drawing/2014/main" id="{B304B2A0-E6D6-BCDB-0F7E-2E7B123DEABB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466820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IT Service Management</a:t>
            </a:r>
          </a:p>
        </p:txBody>
      </p:sp>
      <p:sp>
        <p:nvSpPr>
          <p:cNvPr id="77" name="Rectangle 19">
            <a:extLst>
              <a:ext uri="{FF2B5EF4-FFF2-40B4-BE49-F238E27FC236}">
                <a16:creationId xmlns:a16="http://schemas.microsoft.com/office/drawing/2014/main" id="{8A7DDBDA-6C47-99CF-F9C6-42D83E5474E3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1444780" y="1516749"/>
            <a:ext cx="1309434" cy="30677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Strategic </a:t>
            </a:r>
            <a:b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</a:b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Planning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2707BF8-5E22-5ADC-3DEE-D05D2884A32E}"/>
              </a:ext>
            </a:extLst>
          </p:cNvPr>
          <p:cNvGrpSpPr/>
          <p:nvPr/>
        </p:nvGrpSpPr>
        <p:grpSpPr>
          <a:xfrm>
            <a:off x="7244801" y="2639181"/>
            <a:ext cx="1082177" cy="358889"/>
            <a:chOff x="2976546" y="569484"/>
            <a:chExt cx="1376228" cy="348032"/>
          </a:xfrm>
        </p:grpSpPr>
        <p:sp>
          <p:nvSpPr>
            <p:cNvPr id="79" name="Rectangle 19">
              <a:extLst>
                <a:ext uri="{FF2B5EF4-FFF2-40B4-BE49-F238E27FC236}">
                  <a16:creationId xmlns:a16="http://schemas.microsoft.com/office/drawing/2014/main" id="{F29ABBE9-5EBB-A10B-FEAF-E3064D2150C8}"/>
                </a:ext>
              </a:extLst>
            </p:cNvPr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FE17E6AC-2001-AB43-86D6-E7EA343226BA}"/>
                </a:ext>
              </a:extLst>
            </p:cNvPr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81" name="Rectangle 19">
              <a:extLst>
                <a:ext uri="{FF2B5EF4-FFF2-40B4-BE49-F238E27FC236}">
                  <a16:creationId xmlns:a16="http://schemas.microsoft.com/office/drawing/2014/main" id="{B4E4B13E-06DD-B84A-5A21-53A2C42DD0BC}"/>
                </a:ext>
              </a:extLst>
            </p:cNvPr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82" name="Rectangle 229">
            <a:extLst>
              <a:ext uri="{FF2B5EF4-FFF2-40B4-BE49-F238E27FC236}">
                <a16:creationId xmlns:a16="http://schemas.microsoft.com/office/drawing/2014/main" id="{315BB677-CAD4-51C6-2E0E-CDE11D58D5B4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7244801" y="2639181"/>
            <a:ext cx="1082177" cy="358889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Channel Management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F2D8F18-A545-0612-D866-8A666CBCA390}"/>
              </a:ext>
            </a:extLst>
          </p:cNvPr>
          <p:cNvGrpSpPr/>
          <p:nvPr/>
        </p:nvGrpSpPr>
        <p:grpSpPr>
          <a:xfrm>
            <a:off x="411455" y="3451953"/>
            <a:ext cx="1134791" cy="322416"/>
            <a:chOff x="2976546" y="569484"/>
            <a:chExt cx="917486" cy="348032"/>
          </a:xfrm>
        </p:grpSpPr>
        <p:sp>
          <p:nvSpPr>
            <p:cNvPr id="84" name="Rectangle 19">
              <a:extLst>
                <a:ext uri="{FF2B5EF4-FFF2-40B4-BE49-F238E27FC236}">
                  <a16:creationId xmlns:a16="http://schemas.microsoft.com/office/drawing/2014/main" id="{0BF642A4-7B0E-E683-21FF-CC695B002E88}"/>
                </a:ext>
              </a:extLst>
            </p:cNvPr>
            <p:cNvSpPr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B28CA43C-BD16-04E2-F791-29CF835CA6B2}"/>
                </a:ext>
              </a:extLst>
            </p:cNvPr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FDEFC79-B350-A045-6970-5AA9071453FC}"/>
              </a:ext>
            </a:extLst>
          </p:cNvPr>
          <p:cNvGrpSpPr/>
          <p:nvPr/>
        </p:nvGrpSpPr>
        <p:grpSpPr>
          <a:xfrm>
            <a:off x="3315315" y="4755304"/>
            <a:ext cx="835996" cy="320734"/>
            <a:chOff x="2976546" y="569484"/>
            <a:chExt cx="917486" cy="348032"/>
          </a:xfrm>
        </p:grpSpPr>
        <p:sp>
          <p:nvSpPr>
            <p:cNvPr id="87" name="Rectangle 19">
              <a:extLst>
                <a:ext uri="{FF2B5EF4-FFF2-40B4-BE49-F238E27FC236}">
                  <a16:creationId xmlns:a16="http://schemas.microsoft.com/office/drawing/2014/main" id="{F241AAB8-AEFD-54D3-D210-49D16CD67E76}"/>
                </a:ext>
              </a:extLst>
            </p:cNvPr>
            <p:cNvSpPr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E2B57617-A184-3B70-74ED-DE2F261D68F6}"/>
                </a:ext>
              </a:extLst>
            </p:cNvPr>
            <p:cNvSpPr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FF11AEC-E429-FBB0-95EB-790886CA3B4C}"/>
              </a:ext>
            </a:extLst>
          </p:cNvPr>
          <p:cNvGrpSpPr/>
          <p:nvPr/>
        </p:nvGrpSpPr>
        <p:grpSpPr>
          <a:xfrm>
            <a:off x="2264813" y="4755304"/>
            <a:ext cx="835996" cy="320734"/>
            <a:chOff x="2976546" y="569484"/>
            <a:chExt cx="917486" cy="348032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1EF62EA6-A91D-4EB3-DBC1-3A1E34A92F50}"/>
                </a:ext>
              </a:extLst>
            </p:cNvPr>
            <p:cNvSpPr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91" name="Rectangle 19">
              <a:extLst>
                <a:ext uri="{FF2B5EF4-FFF2-40B4-BE49-F238E27FC236}">
                  <a16:creationId xmlns:a16="http://schemas.microsoft.com/office/drawing/2014/main" id="{DD7DC3E6-E184-5E67-2768-97D83D0900EB}"/>
                </a:ext>
              </a:extLst>
            </p:cNvPr>
            <p:cNvSpPr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A198B9B-7841-D034-88AA-2D5FC4F47127}"/>
              </a:ext>
            </a:extLst>
          </p:cNvPr>
          <p:cNvGrpSpPr/>
          <p:nvPr/>
        </p:nvGrpSpPr>
        <p:grpSpPr>
          <a:xfrm>
            <a:off x="4424734" y="4232132"/>
            <a:ext cx="1235979" cy="322416"/>
            <a:chOff x="2976546" y="569484"/>
            <a:chExt cx="917486" cy="348032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1004A851-0579-9C92-C902-38575FC00BA8}"/>
                </a:ext>
              </a:extLst>
            </p:cNvPr>
            <p:cNvSpPr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94" name="Rectangle 19">
              <a:extLst>
                <a:ext uri="{FF2B5EF4-FFF2-40B4-BE49-F238E27FC236}">
                  <a16:creationId xmlns:a16="http://schemas.microsoft.com/office/drawing/2014/main" id="{CC7D283A-3E5A-6690-5868-8D3A5E759D6C}"/>
                </a:ext>
              </a:extLst>
            </p:cNvPr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0BA8C6-F863-A089-EEFD-BF17CFEFB406}"/>
              </a:ext>
            </a:extLst>
          </p:cNvPr>
          <p:cNvGrpSpPr/>
          <p:nvPr/>
        </p:nvGrpSpPr>
        <p:grpSpPr>
          <a:xfrm>
            <a:off x="4424734" y="3839331"/>
            <a:ext cx="1235979" cy="322416"/>
            <a:chOff x="2976546" y="569484"/>
            <a:chExt cx="917486" cy="348032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8896F90A-DC20-EFE6-60B1-0474ACCDA3BD}"/>
                </a:ext>
              </a:extLst>
            </p:cNvPr>
            <p:cNvSpPr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97" name="Rectangle 19">
              <a:extLst>
                <a:ext uri="{FF2B5EF4-FFF2-40B4-BE49-F238E27FC236}">
                  <a16:creationId xmlns:a16="http://schemas.microsoft.com/office/drawing/2014/main" id="{5EA44290-369A-3DC3-8115-00A02607AB92}"/>
                </a:ext>
              </a:extLst>
            </p:cNvPr>
            <p:cNvSpPr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1DA6638-B91E-4A76-CB4D-DC78D2233701}"/>
              </a:ext>
            </a:extLst>
          </p:cNvPr>
          <p:cNvGrpSpPr/>
          <p:nvPr/>
        </p:nvGrpSpPr>
        <p:grpSpPr>
          <a:xfrm>
            <a:off x="3073640" y="3466832"/>
            <a:ext cx="1100499" cy="322416"/>
            <a:chOff x="2976546" y="569484"/>
            <a:chExt cx="917486" cy="348032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3A0357BD-8D9C-4A25-BCA3-63DE7164E40A}"/>
                </a:ext>
              </a:extLst>
            </p:cNvPr>
            <p:cNvSpPr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00" name="Rectangle 19">
              <a:extLst>
                <a:ext uri="{FF2B5EF4-FFF2-40B4-BE49-F238E27FC236}">
                  <a16:creationId xmlns:a16="http://schemas.microsoft.com/office/drawing/2014/main" id="{D29FFC86-0B16-FB4D-3DBA-0FE93422E476}"/>
                </a:ext>
              </a:extLst>
            </p:cNvPr>
            <p:cNvSpPr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7FDD5EE-11AA-8D2D-3F14-79D0811BE8E2}"/>
              </a:ext>
            </a:extLst>
          </p:cNvPr>
          <p:cNvGrpSpPr/>
          <p:nvPr/>
        </p:nvGrpSpPr>
        <p:grpSpPr>
          <a:xfrm>
            <a:off x="1760695" y="3454426"/>
            <a:ext cx="1100499" cy="236430"/>
            <a:chOff x="2976546" y="569484"/>
            <a:chExt cx="917486" cy="348032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5E37F577-50FB-3142-442F-175B7C9704CE}"/>
                </a:ext>
              </a:extLst>
            </p:cNvPr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03" name="Rectangle 19">
              <a:extLst>
                <a:ext uri="{FF2B5EF4-FFF2-40B4-BE49-F238E27FC236}">
                  <a16:creationId xmlns:a16="http://schemas.microsoft.com/office/drawing/2014/main" id="{FA19D28A-33C1-CCCC-4FF4-57536C0E3BDF}"/>
                </a:ext>
              </a:extLst>
            </p:cNvPr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1074DB9-B188-9680-D877-5EBC5E942B57}"/>
              </a:ext>
            </a:extLst>
          </p:cNvPr>
          <p:cNvGrpSpPr/>
          <p:nvPr/>
        </p:nvGrpSpPr>
        <p:grpSpPr>
          <a:xfrm>
            <a:off x="5598576" y="5872872"/>
            <a:ext cx="917373" cy="335136"/>
            <a:chOff x="2976546" y="569484"/>
            <a:chExt cx="917486" cy="348032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0967351E-00DA-95A2-8BBA-3B8FADFA0AB4}"/>
                </a:ext>
              </a:extLst>
            </p:cNvPr>
            <p:cNvSpPr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06" name="Rectangle 19">
              <a:extLst>
                <a:ext uri="{FF2B5EF4-FFF2-40B4-BE49-F238E27FC236}">
                  <a16:creationId xmlns:a16="http://schemas.microsoft.com/office/drawing/2014/main" id="{DC9A7F34-32E9-946A-E497-430AE7B513A4}"/>
                </a:ext>
              </a:extLst>
            </p:cNvPr>
            <p:cNvSpPr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D4CE1AD-BD8D-8F69-B123-B433CF2E4177}"/>
              </a:ext>
            </a:extLst>
          </p:cNvPr>
          <p:cNvGrpSpPr/>
          <p:nvPr/>
        </p:nvGrpSpPr>
        <p:grpSpPr>
          <a:xfrm>
            <a:off x="4365817" y="4769268"/>
            <a:ext cx="835996" cy="306770"/>
            <a:chOff x="2976546" y="569484"/>
            <a:chExt cx="917486" cy="348032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1995A09D-4BEF-5199-2566-EBEAA1D4DB5B}"/>
                </a:ext>
              </a:extLst>
            </p:cNvPr>
            <p:cNvSpPr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09" name="Rectangle 19">
              <a:extLst>
                <a:ext uri="{FF2B5EF4-FFF2-40B4-BE49-F238E27FC236}">
                  <a16:creationId xmlns:a16="http://schemas.microsoft.com/office/drawing/2014/main" id="{48D2BB02-AB78-0FDD-8754-630C7FD47552}"/>
                </a:ext>
              </a:extLst>
            </p:cNvPr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10" name="Rectangle 229">
            <a:extLst>
              <a:ext uri="{FF2B5EF4-FFF2-40B4-BE49-F238E27FC236}">
                <a16:creationId xmlns:a16="http://schemas.microsoft.com/office/drawing/2014/main" id="{26F54810-2FEA-A512-4989-17CE59BEFAB9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411455" y="3451953"/>
            <a:ext cx="1134791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Processing</a:t>
            </a:r>
          </a:p>
        </p:txBody>
      </p:sp>
      <p:sp>
        <p:nvSpPr>
          <p:cNvPr id="111" name="Rectangle 19">
            <a:extLst>
              <a:ext uri="{FF2B5EF4-FFF2-40B4-BE49-F238E27FC236}">
                <a16:creationId xmlns:a16="http://schemas.microsoft.com/office/drawing/2014/main" id="{15D57407-DA1C-98F7-E29E-083B563B3742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424734" y="3839331"/>
            <a:ext cx="1235979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Dispute, chargeback &amp; dispute management</a:t>
            </a:r>
          </a:p>
        </p:txBody>
      </p:sp>
      <p:sp>
        <p:nvSpPr>
          <p:cNvPr id="112" name="Rectangle 19">
            <a:extLst>
              <a:ext uri="{FF2B5EF4-FFF2-40B4-BE49-F238E27FC236}">
                <a16:creationId xmlns:a16="http://schemas.microsoft.com/office/drawing/2014/main" id="{679D0E1D-9CFD-1379-9A5E-AD1C2837C4F7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424734" y="4232132"/>
            <a:ext cx="1235979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Fraud Management</a:t>
            </a:r>
          </a:p>
        </p:txBody>
      </p:sp>
      <p:sp>
        <p:nvSpPr>
          <p:cNvPr id="113" name="Rectangle 229">
            <a:extLst>
              <a:ext uri="{FF2B5EF4-FFF2-40B4-BE49-F238E27FC236}">
                <a16:creationId xmlns:a16="http://schemas.microsoft.com/office/drawing/2014/main" id="{221EE26F-17AE-103A-8574-DC64B58CACB3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3073640" y="3466832"/>
            <a:ext cx="1100499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Capture</a:t>
            </a:r>
          </a:p>
        </p:txBody>
      </p:sp>
      <p:sp>
        <p:nvSpPr>
          <p:cNvPr id="114" name="Rectangle 229">
            <a:extLst>
              <a:ext uri="{FF2B5EF4-FFF2-40B4-BE49-F238E27FC236}">
                <a16:creationId xmlns:a16="http://schemas.microsoft.com/office/drawing/2014/main" id="{6F27D8E1-5E70-1DC2-5EF4-CC7F279EB80F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1760695" y="3454426"/>
            <a:ext cx="1100499" cy="23643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Origination</a:t>
            </a:r>
          </a:p>
        </p:txBody>
      </p:sp>
      <p:sp>
        <p:nvSpPr>
          <p:cNvPr id="115" name="Rectangle 58">
            <a:extLst>
              <a:ext uri="{FF2B5EF4-FFF2-40B4-BE49-F238E27FC236}">
                <a16:creationId xmlns:a16="http://schemas.microsoft.com/office/drawing/2014/main" id="{56298481-3B12-E4FE-8537-63A36FA25862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598576" y="5872872"/>
            <a:ext cx="917373" cy="33513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Facilities</a:t>
            </a:r>
          </a:p>
        </p:txBody>
      </p:sp>
      <p:sp>
        <p:nvSpPr>
          <p:cNvPr id="116" name="Rectangle 58">
            <a:extLst>
              <a:ext uri="{FF2B5EF4-FFF2-40B4-BE49-F238E27FC236}">
                <a16:creationId xmlns:a16="http://schemas.microsoft.com/office/drawing/2014/main" id="{22C00A3B-2AFE-AE97-CE90-4C085F88CB80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3315315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Develop. IT Services</a:t>
            </a:r>
          </a:p>
        </p:txBody>
      </p:sp>
      <p:sp>
        <p:nvSpPr>
          <p:cNvPr id="117" name="Rectangle 58">
            <a:extLst>
              <a:ext uri="{FF2B5EF4-FFF2-40B4-BE49-F238E27FC236}">
                <a16:creationId xmlns:a16="http://schemas.microsoft.com/office/drawing/2014/main" id="{DA14892A-C583-AA2A-B960-2464DA7AD649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4365817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IT Services Transition</a:t>
            </a:r>
          </a:p>
        </p:txBody>
      </p:sp>
      <p:sp>
        <p:nvSpPr>
          <p:cNvPr id="118" name="Rectangle 19">
            <a:extLst>
              <a:ext uri="{FF2B5EF4-FFF2-40B4-BE49-F238E27FC236}">
                <a16:creationId xmlns:a16="http://schemas.microsoft.com/office/drawing/2014/main" id="{B95033F6-655C-4318-C486-00B79B3631D4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2264813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Enterprise Architecture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B957C03-6BCC-DECB-F2B0-210B2D4E66BA}"/>
              </a:ext>
            </a:extLst>
          </p:cNvPr>
          <p:cNvGrpSpPr/>
          <p:nvPr/>
        </p:nvGrpSpPr>
        <p:grpSpPr>
          <a:xfrm>
            <a:off x="6466818" y="5316107"/>
            <a:ext cx="835996" cy="335136"/>
            <a:chOff x="2976546" y="569484"/>
            <a:chExt cx="917486" cy="348032"/>
          </a:xfrm>
        </p:grpSpPr>
        <p:sp>
          <p:nvSpPr>
            <p:cNvPr id="120" name="Rectangle 19">
              <a:extLst>
                <a:ext uri="{FF2B5EF4-FFF2-40B4-BE49-F238E27FC236}">
                  <a16:creationId xmlns:a16="http://schemas.microsoft.com/office/drawing/2014/main" id="{F4934D1A-EC59-737E-72E6-9E5B19E0AFC3}"/>
                </a:ext>
              </a:extLst>
            </p:cNvPr>
            <p:cNvSpPr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21" name="Rectangle 19">
              <a:extLst>
                <a:ext uri="{FF2B5EF4-FFF2-40B4-BE49-F238E27FC236}">
                  <a16:creationId xmlns:a16="http://schemas.microsoft.com/office/drawing/2014/main" id="{60D60CF2-EF13-C657-1E70-7CCDB8BCDEBD}"/>
                </a:ext>
              </a:extLst>
            </p:cNvPr>
            <p:cNvSpPr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0D13BEB-974E-C16F-9BFF-0F170A24B829}"/>
              </a:ext>
            </a:extLst>
          </p:cNvPr>
          <p:cNvGrpSpPr/>
          <p:nvPr/>
        </p:nvGrpSpPr>
        <p:grpSpPr>
          <a:xfrm>
            <a:off x="7517319" y="5316107"/>
            <a:ext cx="835996" cy="320734"/>
            <a:chOff x="2976546" y="569484"/>
            <a:chExt cx="917486" cy="348032"/>
          </a:xfrm>
        </p:grpSpPr>
        <p:sp>
          <p:nvSpPr>
            <p:cNvPr id="123" name="Rectangle 19">
              <a:extLst>
                <a:ext uri="{FF2B5EF4-FFF2-40B4-BE49-F238E27FC236}">
                  <a16:creationId xmlns:a16="http://schemas.microsoft.com/office/drawing/2014/main" id="{04C815AE-6F39-1274-69A7-30D817A163F2}"/>
                </a:ext>
              </a:extLst>
            </p:cNvPr>
            <p:cNvSpPr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24" name="Rectangle 19">
              <a:extLst>
                <a:ext uri="{FF2B5EF4-FFF2-40B4-BE49-F238E27FC236}">
                  <a16:creationId xmlns:a16="http://schemas.microsoft.com/office/drawing/2014/main" id="{C9E5B694-8CF9-7F0E-AC9F-18A864922A56}"/>
                </a:ext>
              </a:extLst>
            </p:cNvPr>
            <p:cNvSpPr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539F9B9-B82A-7065-0B1A-099986EF1A0C}"/>
              </a:ext>
            </a:extLst>
          </p:cNvPr>
          <p:cNvGrpSpPr/>
          <p:nvPr/>
        </p:nvGrpSpPr>
        <p:grpSpPr>
          <a:xfrm>
            <a:off x="7435942" y="5872872"/>
            <a:ext cx="917373" cy="335136"/>
            <a:chOff x="2976546" y="569484"/>
            <a:chExt cx="917486" cy="348032"/>
          </a:xfrm>
        </p:grpSpPr>
        <p:sp>
          <p:nvSpPr>
            <p:cNvPr id="126" name="Rectangle 19">
              <a:extLst>
                <a:ext uri="{FF2B5EF4-FFF2-40B4-BE49-F238E27FC236}">
                  <a16:creationId xmlns:a16="http://schemas.microsoft.com/office/drawing/2014/main" id="{9EBC6702-CB40-3CC4-7A19-AB87A97245F8}"/>
                </a:ext>
              </a:extLst>
            </p:cNvPr>
            <p:cNvSpPr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27" name="Rectangle 19">
              <a:extLst>
                <a:ext uri="{FF2B5EF4-FFF2-40B4-BE49-F238E27FC236}">
                  <a16:creationId xmlns:a16="http://schemas.microsoft.com/office/drawing/2014/main" id="{FB828251-E6BA-CD61-5E29-F36D095FE490}"/>
                </a:ext>
              </a:extLst>
            </p:cNvPr>
            <p:cNvSpPr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0314B58-7DD8-C93C-D9DC-2FAE306F967A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7435942" y="5872872"/>
            <a:ext cx="917373" cy="33513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HR</a:t>
            </a:r>
          </a:p>
        </p:txBody>
      </p:sp>
      <p:sp>
        <p:nvSpPr>
          <p:cNvPr id="129" name="Rectangle 58">
            <a:extLst>
              <a:ext uri="{FF2B5EF4-FFF2-40B4-BE49-F238E27FC236}">
                <a16:creationId xmlns:a16="http://schemas.microsoft.com/office/drawing/2014/main" id="{13503719-AB90-B34F-1DAD-FFF07A4BA647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7517319" y="5316107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Treasury</a:t>
            </a:r>
          </a:p>
        </p:txBody>
      </p:sp>
      <p:sp>
        <p:nvSpPr>
          <p:cNvPr id="130" name="Rectangle 58">
            <a:extLst>
              <a:ext uri="{FF2B5EF4-FFF2-40B4-BE49-F238E27FC236}">
                <a16:creationId xmlns:a16="http://schemas.microsoft.com/office/drawing/2014/main" id="{9A69AEE0-D9C3-8F6A-9804-46DB48D2B2EA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466818" y="5316107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 err="1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Auditand</a:t>
            </a: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 Compliance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267753A-C748-C07F-4491-9593D450534C}"/>
              </a:ext>
            </a:extLst>
          </p:cNvPr>
          <p:cNvGrpSpPr/>
          <p:nvPr/>
        </p:nvGrpSpPr>
        <p:grpSpPr>
          <a:xfrm>
            <a:off x="1214311" y="4755304"/>
            <a:ext cx="835996" cy="306770"/>
            <a:chOff x="2976546" y="569484"/>
            <a:chExt cx="1376228" cy="348032"/>
          </a:xfrm>
        </p:grpSpPr>
        <p:sp>
          <p:nvSpPr>
            <p:cNvPr id="132" name="Rectangle 19">
              <a:extLst>
                <a:ext uri="{FF2B5EF4-FFF2-40B4-BE49-F238E27FC236}">
                  <a16:creationId xmlns:a16="http://schemas.microsoft.com/office/drawing/2014/main" id="{3FF6AB90-19FE-488D-E6F6-0ABA87BF2167}"/>
                </a:ext>
              </a:extLst>
            </p:cNvPr>
            <p:cNvSpPr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33" name="Rectangle 19">
              <a:extLst>
                <a:ext uri="{FF2B5EF4-FFF2-40B4-BE49-F238E27FC236}">
                  <a16:creationId xmlns:a16="http://schemas.microsoft.com/office/drawing/2014/main" id="{C266EC40-373D-963D-4A58-3E3094C914F4}"/>
                </a:ext>
              </a:extLst>
            </p:cNvPr>
            <p:cNvSpPr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34" name="Rectangle 19">
              <a:extLst>
                <a:ext uri="{FF2B5EF4-FFF2-40B4-BE49-F238E27FC236}">
                  <a16:creationId xmlns:a16="http://schemas.microsoft.com/office/drawing/2014/main" id="{BDD8BEF0-0457-EAF6-B3CB-3A65763203CE}"/>
                </a:ext>
              </a:extLst>
            </p:cNvPr>
            <p:cNvSpPr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35" name="Rectangle 19">
            <a:extLst>
              <a:ext uri="{FF2B5EF4-FFF2-40B4-BE49-F238E27FC236}">
                <a16:creationId xmlns:a16="http://schemas.microsoft.com/office/drawing/2014/main" id="{43CD7A6B-7A84-C7E1-C632-E26E62A80CEF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1214311" y="4755304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IT Portfolio Management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FCB4715-B363-F881-2DF4-A89A3587081A}"/>
              </a:ext>
            </a:extLst>
          </p:cNvPr>
          <p:cNvGrpSpPr/>
          <p:nvPr/>
        </p:nvGrpSpPr>
        <p:grpSpPr>
          <a:xfrm>
            <a:off x="1214311" y="5316107"/>
            <a:ext cx="835996" cy="320734"/>
            <a:chOff x="2976546" y="569484"/>
            <a:chExt cx="917486" cy="348032"/>
          </a:xfrm>
        </p:grpSpPr>
        <p:sp>
          <p:nvSpPr>
            <p:cNvPr id="137" name="Rectangle 19">
              <a:extLst>
                <a:ext uri="{FF2B5EF4-FFF2-40B4-BE49-F238E27FC236}">
                  <a16:creationId xmlns:a16="http://schemas.microsoft.com/office/drawing/2014/main" id="{A12DE297-8942-A703-ACDF-6FEB70ECE0EE}"/>
                </a:ext>
              </a:extLst>
            </p:cNvPr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38" name="Rectangle 19">
              <a:extLst>
                <a:ext uri="{FF2B5EF4-FFF2-40B4-BE49-F238E27FC236}">
                  <a16:creationId xmlns:a16="http://schemas.microsoft.com/office/drawing/2014/main" id="{B0A3534A-6F10-A37E-46E9-572C92FD7F97}"/>
                </a:ext>
              </a:extLst>
            </p:cNvPr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9F777BA-0859-DE87-C646-683C836C7CE9}"/>
              </a:ext>
            </a:extLst>
          </p:cNvPr>
          <p:cNvGrpSpPr/>
          <p:nvPr/>
        </p:nvGrpSpPr>
        <p:grpSpPr>
          <a:xfrm>
            <a:off x="2264813" y="5316107"/>
            <a:ext cx="835996" cy="320734"/>
            <a:chOff x="2976546" y="569484"/>
            <a:chExt cx="917486" cy="348032"/>
          </a:xfrm>
        </p:grpSpPr>
        <p:sp>
          <p:nvSpPr>
            <p:cNvPr id="140" name="Rectangle 19">
              <a:extLst>
                <a:ext uri="{FF2B5EF4-FFF2-40B4-BE49-F238E27FC236}">
                  <a16:creationId xmlns:a16="http://schemas.microsoft.com/office/drawing/2014/main" id="{CF71A3B9-C7AC-F892-8083-3790178E0279}"/>
                </a:ext>
              </a:extLst>
            </p:cNvPr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41" name="Rectangle 19">
              <a:extLst>
                <a:ext uri="{FF2B5EF4-FFF2-40B4-BE49-F238E27FC236}">
                  <a16:creationId xmlns:a16="http://schemas.microsoft.com/office/drawing/2014/main" id="{B47DE9CA-13AE-94C5-8CCE-A752D2465F23}"/>
                </a:ext>
              </a:extLst>
            </p:cNvPr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6D32DC6-7563-61AB-A4BF-79C580CAC0D8}"/>
              </a:ext>
            </a:extLst>
          </p:cNvPr>
          <p:cNvGrpSpPr/>
          <p:nvPr/>
        </p:nvGrpSpPr>
        <p:grpSpPr>
          <a:xfrm>
            <a:off x="411455" y="4232132"/>
            <a:ext cx="1134791" cy="322416"/>
            <a:chOff x="2976546" y="569484"/>
            <a:chExt cx="917486" cy="348032"/>
          </a:xfrm>
        </p:grpSpPr>
        <p:sp>
          <p:nvSpPr>
            <p:cNvPr id="143" name="Rectangle 19">
              <a:extLst>
                <a:ext uri="{FF2B5EF4-FFF2-40B4-BE49-F238E27FC236}">
                  <a16:creationId xmlns:a16="http://schemas.microsoft.com/office/drawing/2014/main" id="{D2B1ED3E-04E2-A9C6-8C84-1FCEEB83CBA1}"/>
                </a:ext>
              </a:extLst>
            </p:cNvPr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44" name="Rectangle 19">
              <a:extLst>
                <a:ext uri="{FF2B5EF4-FFF2-40B4-BE49-F238E27FC236}">
                  <a16:creationId xmlns:a16="http://schemas.microsoft.com/office/drawing/2014/main" id="{56C23D3A-6312-4A29-CCB0-5CFE0E264132}"/>
                </a:ext>
              </a:extLst>
            </p:cNvPr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271C2B6-ADE7-7F70-8DA0-A4823BB91895}"/>
              </a:ext>
            </a:extLst>
          </p:cNvPr>
          <p:cNvGrpSpPr/>
          <p:nvPr/>
        </p:nvGrpSpPr>
        <p:grpSpPr>
          <a:xfrm>
            <a:off x="5778332" y="3466832"/>
            <a:ext cx="1235979" cy="322416"/>
            <a:chOff x="2976546" y="569484"/>
            <a:chExt cx="917486" cy="348032"/>
          </a:xfrm>
        </p:grpSpPr>
        <p:sp>
          <p:nvSpPr>
            <p:cNvPr id="146" name="Rectangle 19">
              <a:extLst>
                <a:ext uri="{FF2B5EF4-FFF2-40B4-BE49-F238E27FC236}">
                  <a16:creationId xmlns:a16="http://schemas.microsoft.com/office/drawing/2014/main" id="{3ACC13FD-A4D4-9415-6C1A-9DB2FB586BA8}"/>
                </a:ext>
              </a:extLst>
            </p:cNvPr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47" name="Rectangle 19">
              <a:extLst>
                <a:ext uri="{FF2B5EF4-FFF2-40B4-BE49-F238E27FC236}">
                  <a16:creationId xmlns:a16="http://schemas.microsoft.com/office/drawing/2014/main" id="{3DC8C9F9-A3FA-A481-218C-F881D6B1FB2E}"/>
                </a:ext>
              </a:extLst>
            </p:cNvPr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E1F11FF-6B7F-6932-804A-2EA81764E132}"/>
              </a:ext>
            </a:extLst>
          </p:cNvPr>
          <p:cNvGrpSpPr/>
          <p:nvPr/>
        </p:nvGrpSpPr>
        <p:grpSpPr>
          <a:xfrm>
            <a:off x="7017545" y="2072313"/>
            <a:ext cx="1309434" cy="306770"/>
            <a:chOff x="2976546" y="569484"/>
            <a:chExt cx="1376228" cy="348032"/>
          </a:xfrm>
        </p:grpSpPr>
        <p:sp>
          <p:nvSpPr>
            <p:cNvPr id="149" name="Rectangle 19">
              <a:extLst>
                <a:ext uri="{FF2B5EF4-FFF2-40B4-BE49-F238E27FC236}">
                  <a16:creationId xmlns:a16="http://schemas.microsoft.com/office/drawing/2014/main" id="{B5703D2A-C5F9-FF22-B3C2-73F212CEBC0A}"/>
                </a:ext>
              </a:extLst>
            </p:cNvPr>
            <p:cNvSpPr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50" name="Rectangle 19">
              <a:extLst>
                <a:ext uri="{FF2B5EF4-FFF2-40B4-BE49-F238E27FC236}">
                  <a16:creationId xmlns:a16="http://schemas.microsoft.com/office/drawing/2014/main" id="{8C0D3A52-4DD7-3056-DD0C-07663FFB19B6}"/>
                </a:ext>
              </a:extLst>
            </p:cNvPr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51" name="Rectangle 19">
              <a:extLst>
                <a:ext uri="{FF2B5EF4-FFF2-40B4-BE49-F238E27FC236}">
                  <a16:creationId xmlns:a16="http://schemas.microsoft.com/office/drawing/2014/main" id="{53133EEB-40B5-DCA0-344C-8CED0B17012C}"/>
                </a:ext>
              </a:extLst>
            </p:cNvPr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52" name="Rectangle 19">
            <a:extLst>
              <a:ext uri="{FF2B5EF4-FFF2-40B4-BE49-F238E27FC236}">
                <a16:creationId xmlns:a16="http://schemas.microsoft.com/office/drawing/2014/main" id="{44022AA6-CBEC-8447-CCF1-843BA8F2A4B8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017545" y="2072313"/>
            <a:ext cx="1309434" cy="30677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Communication/</a:t>
            </a:r>
            <a:b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</a:b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Asset Management
Campaigns</a:t>
            </a:r>
          </a:p>
        </p:txBody>
      </p:sp>
      <p:sp>
        <p:nvSpPr>
          <p:cNvPr id="153" name="Rectangle 229">
            <a:extLst>
              <a:ext uri="{FF2B5EF4-FFF2-40B4-BE49-F238E27FC236}">
                <a16:creationId xmlns:a16="http://schemas.microsoft.com/office/drawing/2014/main" id="{76EA6D13-26BE-2269-7427-58EC7069466C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411455" y="4232132"/>
            <a:ext cx="1134791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Embossing and Shipping</a:t>
            </a:r>
          </a:p>
        </p:txBody>
      </p:sp>
      <p:sp>
        <p:nvSpPr>
          <p:cNvPr id="154" name="Rectangle 19">
            <a:extLst>
              <a:ext uri="{FF2B5EF4-FFF2-40B4-BE49-F238E27FC236}">
                <a16:creationId xmlns:a16="http://schemas.microsoft.com/office/drawing/2014/main" id="{2777F96C-DD03-D5F2-4E1D-B7C1FE08338A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778332" y="3466832"/>
            <a:ext cx="1235979" cy="32241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Revenue Management and Control</a:t>
            </a:r>
          </a:p>
        </p:txBody>
      </p:sp>
      <p:sp>
        <p:nvSpPr>
          <p:cNvPr id="155" name="Rectangle 19">
            <a:extLst>
              <a:ext uri="{FF2B5EF4-FFF2-40B4-BE49-F238E27FC236}">
                <a16:creationId xmlns:a16="http://schemas.microsoft.com/office/drawing/2014/main" id="{56A56BA4-DE4D-42F8-31A1-D404B7AA635A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2264813" y="5316107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Accounting</a:t>
            </a:r>
          </a:p>
        </p:txBody>
      </p:sp>
      <p:sp>
        <p:nvSpPr>
          <p:cNvPr id="156" name="Rectangle 19">
            <a:extLst>
              <a:ext uri="{FF2B5EF4-FFF2-40B4-BE49-F238E27FC236}">
                <a16:creationId xmlns:a16="http://schemas.microsoft.com/office/drawing/2014/main" id="{A97FAC2F-8400-A7F1-E1DA-7CC7221E6153}"/>
              </a:ext>
            </a:extLst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1214311" y="5316107"/>
            <a:ext cx="835996" cy="320734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Finance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F96515C-8B71-F51C-89D3-8C54F341F4E7}"/>
              </a:ext>
            </a:extLst>
          </p:cNvPr>
          <p:cNvGrpSpPr/>
          <p:nvPr/>
        </p:nvGrpSpPr>
        <p:grpSpPr>
          <a:xfrm>
            <a:off x="1760695" y="3738668"/>
            <a:ext cx="1100499" cy="236430"/>
            <a:chOff x="2976546" y="569484"/>
            <a:chExt cx="917486" cy="348032"/>
          </a:xfrm>
        </p:grpSpPr>
        <p:sp>
          <p:nvSpPr>
            <p:cNvPr id="158" name="Rectangle 19">
              <a:extLst>
                <a:ext uri="{FF2B5EF4-FFF2-40B4-BE49-F238E27FC236}">
                  <a16:creationId xmlns:a16="http://schemas.microsoft.com/office/drawing/2014/main" id="{83D82ACB-AED2-68EF-ED20-FD40F773483B}"/>
                </a:ext>
              </a:extLst>
            </p:cNvPr>
            <p:cNvSpPr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59" name="Rectangle 19">
              <a:extLst>
                <a:ext uri="{FF2B5EF4-FFF2-40B4-BE49-F238E27FC236}">
                  <a16:creationId xmlns:a16="http://schemas.microsoft.com/office/drawing/2014/main" id="{C9E8077D-E454-72D1-94D4-9F69C8CC6833}"/>
                </a:ext>
              </a:extLst>
            </p:cNvPr>
            <p:cNvSpPr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A53476A-C6A7-0BA6-7B76-5439F8E8AF40}"/>
              </a:ext>
            </a:extLst>
          </p:cNvPr>
          <p:cNvGrpSpPr/>
          <p:nvPr/>
        </p:nvGrpSpPr>
        <p:grpSpPr>
          <a:xfrm>
            <a:off x="1760695" y="4318118"/>
            <a:ext cx="1100499" cy="236430"/>
            <a:chOff x="2976546" y="569484"/>
            <a:chExt cx="917486" cy="348032"/>
          </a:xfrm>
        </p:grpSpPr>
        <p:sp>
          <p:nvSpPr>
            <p:cNvPr id="161" name="Rectangle 19">
              <a:extLst>
                <a:ext uri="{FF2B5EF4-FFF2-40B4-BE49-F238E27FC236}">
                  <a16:creationId xmlns:a16="http://schemas.microsoft.com/office/drawing/2014/main" id="{26375FA0-E497-9729-9BC9-C267D64ED99E}"/>
                </a:ext>
              </a:extLst>
            </p:cNvPr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62" name="Rectangle 19">
              <a:extLst>
                <a:ext uri="{FF2B5EF4-FFF2-40B4-BE49-F238E27FC236}">
                  <a16:creationId xmlns:a16="http://schemas.microsoft.com/office/drawing/2014/main" id="{30CB4802-E6F1-64AB-5C42-D302CF8035AD}"/>
                </a:ext>
              </a:extLst>
            </p:cNvPr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63" name="Rectangle 229">
            <a:extLst>
              <a:ext uri="{FF2B5EF4-FFF2-40B4-BE49-F238E27FC236}">
                <a16:creationId xmlns:a16="http://schemas.microsoft.com/office/drawing/2014/main" id="{ACFC0F35-76E0-D04F-40FB-961B71931389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1760695" y="4318118"/>
            <a:ext cx="1100499" cy="23643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Documentation and Approval</a:t>
            </a:r>
          </a:p>
        </p:txBody>
      </p:sp>
      <p:sp>
        <p:nvSpPr>
          <p:cNvPr id="164" name="Rectangle 229">
            <a:extLst>
              <a:ext uri="{FF2B5EF4-FFF2-40B4-BE49-F238E27FC236}">
                <a16:creationId xmlns:a16="http://schemas.microsoft.com/office/drawing/2014/main" id="{EBBC01F3-B0C6-DDF8-59ED-69E86AC758E0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1760695" y="3738668"/>
            <a:ext cx="1100499" cy="23643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Simulation and Negotiation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440FB00-361B-AEE0-C413-25AB301D8AE6}"/>
              </a:ext>
            </a:extLst>
          </p:cNvPr>
          <p:cNvGrpSpPr/>
          <p:nvPr/>
        </p:nvGrpSpPr>
        <p:grpSpPr>
          <a:xfrm>
            <a:off x="1923843" y="5872872"/>
            <a:ext cx="917373" cy="335136"/>
            <a:chOff x="2976546" y="569484"/>
            <a:chExt cx="1376228" cy="348032"/>
          </a:xfrm>
        </p:grpSpPr>
        <p:sp>
          <p:nvSpPr>
            <p:cNvPr id="166" name="Rectangle 19">
              <a:extLst>
                <a:ext uri="{FF2B5EF4-FFF2-40B4-BE49-F238E27FC236}">
                  <a16:creationId xmlns:a16="http://schemas.microsoft.com/office/drawing/2014/main" id="{26E4D574-9F6F-4ED5-B9F3-F5EBE0966FF2}"/>
                </a:ext>
              </a:extLst>
            </p:cNvPr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67" name="Rectangle 19">
              <a:extLst>
                <a:ext uri="{FF2B5EF4-FFF2-40B4-BE49-F238E27FC236}">
                  <a16:creationId xmlns:a16="http://schemas.microsoft.com/office/drawing/2014/main" id="{924CBAD2-CFE5-EB10-D9FE-A096DFB205E0}"/>
                </a:ext>
              </a:extLst>
            </p:cNvPr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68" name="Rectangle 19">
              <a:extLst>
                <a:ext uri="{FF2B5EF4-FFF2-40B4-BE49-F238E27FC236}">
                  <a16:creationId xmlns:a16="http://schemas.microsoft.com/office/drawing/2014/main" id="{1C59A365-720A-4652-8EFC-0D2616C48DC2}"/>
                </a:ext>
              </a:extLst>
            </p:cNvPr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3894031" y="569484"/>
              <a:ext cx="458743" cy="34803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69" name="Rectangle 19">
            <a:extLst>
              <a:ext uri="{FF2B5EF4-FFF2-40B4-BE49-F238E27FC236}">
                <a16:creationId xmlns:a16="http://schemas.microsoft.com/office/drawing/2014/main" id="{7E70FB52-3939-C2CD-11B0-2B26114E5F15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1923843" y="5872872"/>
            <a:ext cx="917373" cy="335136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Supply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87E1948-9CE4-AC7C-4CCE-D90045EA6980}"/>
              </a:ext>
            </a:extLst>
          </p:cNvPr>
          <p:cNvGrpSpPr/>
          <p:nvPr/>
        </p:nvGrpSpPr>
        <p:grpSpPr>
          <a:xfrm>
            <a:off x="6084796" y="2639181"/>
            <a:ext cx="1082177" cy="358889"/>
            <a:chOff x="2976546" y="569484"/>
            <a:chExt cx="917486" cy="348032"/>
          </a:xfrm>
        </p:grpSpPr>
        <p:sp>
          <p:nvSpPr>
            <p:cNvPr id="171" name="Rectangle 19">
              <a:extLst>
                <a:ext uri="{FF2B5EF4-FFF2-40B4-BE49-F238E27FC236}">
                  <a16:creationId xmlns:a16="http://schemas.microsoft.com/office/drawing/2014/main" id="{A0092F40-CC3C-2290-A176-6CA54E77F639}"/>
                </a:ext>
              </a:extLst>
            </p:cNvPr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2976546" y="569484"/>
              <a:ext cx="458743" cy="348032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72" name="Rectangle 19">
              <a:extLst>
                <a:ext uri="{FF2B5EF4-FFF2-40B4-BE49-F238E27FC236}">
                  <a16:creationId xmlns:a16="http://schemas.microsoft.com/office/drawing/2014/main" id="{9274E636-871B-4FF7-8765-D42C03315753}"/>
                </a:ext>
              </a:extLst>
            </p:cNvPr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435289" y="569484"/>
              <a:ext cx="458743" cy="34803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73" name="Rectangle 229">
            <a:extLst>
              <a:ext uri="{FF2B5EF4-FFF2-40B4-BE49-F238E27FC236}">
                <a16:creationId xmlns:a16="http://schemas.microsoft.com/office/drawing/2014/main" id="{3E2E8D55-CB59-DA5F-0E2A-6A92CB6E2F95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6084796" y="2639181"/>
            <a:ext cx="1082177" cy="358889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Debt collection and management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7C6A9C8-86C1-F2F7-45AC-5D49C8172E54}"/>
              </a:ext>
            </a:extLst>
          </p:cNvPr>
          <p:cNvGrpSpPr/>
          <p:nvPr/>
        </p:nvGrpSpPr>
        <p:grpSpPr>
          <a:xfrm>
            <a:off x="1444780" y="2072314"/>
            <a:ext cx="1309434" cy="306770"/>
            <a:chOff x="1890512" y="4498159"/>
            <a:chExt cx="1192678" cy="365782"/>
          </a:xfrm>
        </p:grpSpPr>
        <p:sp>
          <p:nvSpPr>
            <p:cNvPr id="175" name="Rectangle 19">
              <a:extLst>
                <a:ext uri="{FF2B5EF4-FFF2-40B4-BE49-F238E27FC236}">
                  <a16:creationId xmlns:a16="http://schemas.microsoft.com/office/drawing/2014/main" id="{2B02A168-6FF2-F207-3F10-DA4719719CEA}"/>
                </a:ext>
              </a:extLst>
            </p:cNvPr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486851" y="4498159"/>
              <a:ext cx="596339" cy="365782"/>
            </a:xfrm>
            <a:prstGeom prst="rect">
              <a:avLst/>
            </a:prstGeom>
            <a:solidFill>
              <a:srgbClr val="00BAFF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  <p:sp>
          <p:nvSpPr>
            <p:cNvPr id="176" name="Rectangle 19">
              <a:extLst>
                <a:ext uri="{FF2B5EF4-FFF2-40B4-BE49-F238E27FC236}">
                  <a16:creationId xmlns:a16="http://schemas.microsoft.com/office/drawing/2014/main" id="{6A5023FF-CB8C-9DF5-04D9-EE6F2719071B}"/>
                </a:ext>
              </a:extLst>
            </p:cNvPr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890512" y="4498159"/>
              <a:ext cx="596339" cy="365782"/>
            </a:xfrm>
            <a:prstGeom prst="rect">
              <a:avLst/>
            </a:prstGeom>
            <a:solidFill>
              <a:srgbClr val="CEF490"/>
            </a:solidFill>
            <a:ln w="0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0000"/>
                </a:lnSpc>
              </a:pPr>
              <a:endPara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endParaRPr>
            </a:p>
          </p:txBody>
        </p:sp>
      </p:grpSp>
      <p:sp>
        <p:nvSpPr>
          <p:cNvPr id="177" name="Rectangle 19">
            <a:extLst>
              <a:ext uri="{FF2B5EF4-FFF2-40B4-BE49-F238E27FC236}">
                <a16:creationId xmlns:a16="http://schemas.microsoft.com/office/drawing/2014/main" id="{F43FA2BC-CD5F-998A-FDD7-BE7189D403D9}"/>
              </a:ext>
            </a:extLst>
          </p:cNvPr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1444780" y="2072314"/>
            <a:ext cx="1309434" cy="306770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900" err="1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Gestão</a:t>
            </a:r>
            <a:r>
              <a:rPr lang="en-US" sz="90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 de </a:t>
            </a:r>
            <a:r>
              <a:rPr lang="en-US" sz="900" err="1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Produtos</a:t>
            </a:r>
            <a:endParaRPr lang="en-US" sz="900">
              <a:solidFill>
                <a:srgbClr val="000000"/>
              </a:solidFill>
              <a:latin typeface="Graphik" panose="020B0503030202060203" pitchFamily="34" charset="0"/>
              <a:cs typeface="Arial" pitchFamily="34" charset="0"/>
            </a:endParaRPr>
          </a:p>
        </p:txBody>
      </p:sp>
      <p:sp>
        <p:nvSpPr>
          <p:cNvPr id="178" name="Rectangle 49">
            <a:extLst>
              <a:ext uri="{FF2B5EF4-FFF2-40B4-BE49-F238E27FC236}">
                <a16:creationId xmlns:a16="http://schemas.microsoft.com/office/drawing/2014/main" id="{EFFA8F47-31B5-8FAD-6C2F-8AA7B4FE3177}"/>
              </a:ext>
            </a:extLst>
          </p:cNvPr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4539802" y="6549073"/>
            <a:ext cx="144000" cy="144000"/>
          </a:xfrm>
          <a:prstGeom prst="ellipse">
            <a:avLst/>
          </a:prstGeom>
          <a:solidFill>
            <a:srgbClr val="FFC000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non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  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Company 1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79" name="Rectangle 49">
            <a:extLst>
              <a:ext uri="{FF2B5EF4-FFF2-40B4-BE49-F238E27FC236}">
                <a16:creationId xmlns:a16="http://schemas.microsoft.com/office/drawing/2014/main" id="{ACEEA187-ABD2-E461-6E10-B2E0F3654464}"/>
              </a:ext>
            </a:extLst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5756569" y="6549073"/>
            <a:ext cx="144000" cy="144000"/>
          </a:xfrm>
          <a:prstGeom prst="ellipse">
            <a:avLst/>
          </a:prstGeom>
          <a:solidFill>
            <a:srgbClr val="92D050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non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  Company 2</a:t>
            </a:r>
          </a:p>
        </p:txBody>
      </p:sp>
      <p:sp>
        <p:nvSpPr>
          <p:cNvPr id="180" name="Rectangle 49">
            <a:extLst>
              <a:ext uri="{FF2B5EF4-FFF2-40B4-BE49-F238E27FC236}">
                <a16:creationId xmlns:a16="http://schemas.microsoft.com/office/drawing/2014/main" id="{FFC58F43-3BBA-DD6B-A9E2-6C81014071D1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6973336" y="6549073"/>
            <a:ext cx="144000" cy="144000"/>
          </a:xfrm>
          <a:prstGeom prst="ellipse">
            <a:avLst/>
          </a:prstGeom>
          <a:solidFill>
            <a:srgbClr val="00BAFF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0" rIns="36000" bIns="0" anchor="ctr"/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   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Company 3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D10DA17-84E6-C4C1-94CE-300C8F53D16E}"/>
              </a:ext>
            </a:extLst>
          </p:cNvPr>
          <p:cNvCxnSpPr>
            <a:cxnSpLocks/>
          </p:cNvCxnSpPr>
          <p:nvPr/>
        </p:nvCxnSpPr>
        <p:spPr>
          <a:xfrm>
            <a:off x="8811262" y="1787396"/>
            <a:ext cx="2786047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E04F1802-0E1E-F44B-449F-08CC407ADCA7}"/>
              </a:ext>
            </a:extLst>
          </p:cNvPr>
          <p:cNvSpPr txBox="1"/>
          <p:nvPr/>
        </p:nvSpPr>
        <p:spPr>
          <a:xfrm>
            <a:off x="8696256" y="1532885"/>
            <a:ext cx="2512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Scenarios: Fraud Management</a:t>
            </a:r>
          </a:p>
        </p:txBody>
      </p:sp>
      <p:sp>
        <p:nvSpPr>
          <p:cNvPr id="183" name="Oval 5">
            <a:extLst>
              <a:ext uri="{FF2B5EF4-FFF2-40B4-BE49-F238E27FC236}">
                <a16:creationId xmlns:a16="http://schemas.microsoft.com/office/drawing/2014/main" id="{BB5C2297-7218-29DD-F4AF-9A0520AEEF7B}"/>
              </a:ext>
            </a:extLst>
          </p:cNvPr>
          <p:cNvSpPr/>
          <p:nvPr/>
        </p:nvSpPr>
        <p:spPr>
          <a:xfrm>
            <a:off x="8760348" y="1852881"/>
            <a:ext cx="208544" cy="208544"/>
          </a:xfrm>
          <a:prstGeom prst="ellipse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4" name="Oval 5">
            <a:extLst>
              <a:ext uri="{FF2B5EF4-FFF2-40B4-BE49-F238E27FC236}">
                <a16:creationId xmlns:a16="http://schemas.microsoft.com/office/drawing/2014/main" id="{7FD4953C-6D93-71D5-9C83-EF29E096214A}"/>
              </a:ext>
            </a:extLst>
          </p:cNvPr>
          <p:cNvSpPr/>
          <p:nvPr/>
        </p:nvSpPr>
        <p:spPr>
          <a:xfrm>
            <a:off x="8760347" y="2092483"/>
            <a:ext cx="208543" cy="208544"/>
          </a:xfrm>
          <a:prstGeom prst="ellipse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5" name="Oval 5">
            <a:extLst>
              <a:ext uri="{FF2B5EF4-FFF2-40B4-BE49-F238E27FC236}">
                <a16:creationId xmlns:a16="http://schemas.microsoft.com/office/drawing/2014/main" id="{EBA6D403-EE6A-CBCC-7909-83ABBDCCB65A}"/>
              </a:ext>
            </a:extLst>
          </p:cNvPr>
          <p:cNvSpPr/>
          <p:nvPr/>
        </p:nvSpPr>
        <p:spPr>
          <a:xfrm>
            <a:off x="8755429" y="2337005"/>
            <a:ext cx="208543" cy="208544"/>
          </a:xfrm>
          <a:prstGeom prst="ellipse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42E262E-B0D0-04A3-7A2D-B6AE8D97E907}"/>
              </a:ext>
            </a:extLst>
          </p:cNvPr>
          <p:cNvSpPr txBox="1"/>
          <p:nvPr/>
        </p:nvSpPr>
        <p:spPr>
          <a:xfrm>
            <a:off x="8988555" y="1836927"/>
            <a:ext cx="23455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Keep both solutions, but integrated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1324A84-92FD-11AA-AA56-1D3702872AAA}"/>
              </a:ext>
            </a:extLst>
          </p:cNvPr>
          <p:cNvSpPr txBox="1"/>
          <p:nvPr/>
        </p:nvSpPr>
        <p:spPr>
          <a:xfrm>
            <a:off x="8996999" y="2062506"/>
            <a:ext cx="16466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Use Company 1 solution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0B14590-7C98-92D0-83B7-8AC3077DD159}"/>
              </a:ext>
            </a:extLst>
          </p:cNvPr>
          <p:cNvSpPr txBox="1"/>
          <p:nvPr/>
        </p:nvSpPr>
        <p:spPr>
          <a:xfrm>
            <a:off x="8996999" y="2321620"/>
            <a:ext cx="1672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Use Company 3 solution</a:t>
            </a:r>
          </a:p>
        </p:txBody>
      </p:sp>
      <p:cxnSp>
        <p:nvCxnSpPr>
          <p:cNvPr id="189" name="Straight Connector 115">
            <a:extLst>
              <a:ext uri="{FF2B5EF4-FFF2-40B4-BE49-F238E27FC236}">
                <a16:creationId xmlns:a16="http://schemas.microsoft.com/office/drawing/2014/main" id="{392FBB02-3292-A4A9-0060-950084B7CAC2}"/>
              </a:ext>
            </a:extLst>
          </p:cNvPr>
          <p:cNvCxnSpPr>
            <a:cxnSpLocks/>
          </p:cNvCxnSpPr>
          <p:nvPr/>
        </p:nvCxnSpPr>
        <p:spPr>
          <a:xfrm>
            <a:off x="9609261" y="6006045"/>
            <a:ext cx="1775857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26">
            <a:extLst>
              <a:ext uri="{FF2B5EF4-FFF2-40B4-BE49-F238E27FC236}">
                <a16:creationId xmlns:a16="http://schemas.microsoft.com/office/drawing/2014/main" id="{14BF755E-97A9-CDFC-CB65-26179FE0713A}"/>
              </a:ext>
            </a:extLst>
          </p:cNvPr>
          <p:cNvCxnSpPr>
            <a:cxnSpLocks/>
          </p:cNvCxnSpPr>
          <p:nvPr/>
        </p:nvCxnSpPr>
        <p:spPr>
          <a:xfrm flipV="1">
            <a:off x="9385979" y="4256540"/>
            <a:ext cx="0" cy="160353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17">
            <a:extLst>
              <a:ext uri="{FF2B5EF4-FFF2-40B4-BE49-F238E27FC236}">
                <a16:creationId xmlns:a16="http://schemas.microsoft.com/office/drawing/2014/main" id="{2F169759-1BFA-2A52-9039-257B30869A6C}"/>
              </a:ext>
            </a:extLst>
          </p:cNvPr>
          <p:cNvSpPr/>
          <p:nvPr/>
        </p:nvSpPr>
        <p:spPr bwMode="gray">
          <a:xfrm>
            <a:off x="9610368" y="4817077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2" name="Rectangle 118">
            <a:extLst>
              <a:ext uri="{FF2B5EF4-FFF2-40B4-BE49-F238E27FC236}">
                <a16:creationId xmlns:a16="http://schemas.microsoft.com/office/drawing/2014/main" id="{E9CEDA49-66F2-FC01-777F-BB67C6FFFFA8}"/>
              </a:ext>
            </a:extLst>
          </p:cNvPr>
          <p:cNvSpPr/>
          <p:nvPr/>
        </p:nvSpPr>
        <p:spPr bwMode="gray">
          <a:xfrm>
            <a:off x="10235370" y="4817077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3" name="Rectangle 119">
            <a:extLst>
              <a:ext uri="{FF2B5EF4-FFF2-40B4-BE49-F238E27FC236}">
                <a16:creationId xmlns:a16="http://schemas.microsoft.com/office/drawing/2014/main" id="{F6E3B1C6-EA59-1C45-8FFA-13E8D2C80A37}"/>
              </a:ext>
            </a:extLst>
          </p:cNvPr>
          <p:cNvSpPr/>
          <p:nvPr/>
        </p:nvSpPr>
        <p:spPr bwMode="gray">
          <a:xfrm>
            <a:off x="10860370" y="4817077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4" name="Rectangle 122">
            <a:extLst>
              <a:ext uri="{FF2B5EF4-FFF2-40B4-BE49-F238E27FC236}">
                <a16:creationId xmlns:a16="http://schemas.microsoft.com/office/drawing/2014/main" id="{4608C0E0-8F06-BDFA-FF0E-FDD605A1E5AF}"/>
              </a:ext>
            </a:extLst>
          </p:cNvPr>
          <p:cNvSpPr/>
          <p:nvPr/>
        </p:nvSpPr>
        <p:spPr bwMode="gray">
          <a:xfrm>
            <a:off x="9609261" y="5373445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5" name="Rectangle 123">
            <a:extLst>
              <a:ext uri="{FF2B5EF4-FFF2-40B4-BE49-F238E27FC236}">
                <a16:creationId xmlns:a16="http://schemas.microsoft.com/office/drawing/2014/main" id="{9C82EFB1-30A2-A7C0-6E8C-8A567D124689}"/>
              </a:ext>
            </a:extLst>
          </p:cNvPr>
          <p:cNvSpPr/>
          <p:nvPr/>
        </p:nvSpPr>
        <p:spPr bwMode="gray">
          <a:xfrm>
            <a:off x="10234261" y="5373445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6" name="Rectangle 124">
            <a:extLst>
              <a:ext uri="{FF2B5EF4-FFF2-40B4-BE49-F238E27FC236}">
                <a16:creationId xmlns:a16="http://schemas.microsoft.com/office/drawing/2014/main" id="{B07FDD77-0342-D08C-FF09-44FDA292FA6E}"/>
              </a:ext>
            </a:extLst>
          </p:cNvPr>
          <p:cNvSpPr/>
          <p:nvPr/>
        </p:nvSpPr>
        <p:spPr bwMode="gray">
          <a:xfrm>
            <a:off x="10859261" y="5373445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7" name="Rectangle 130">
            <a:extLst>
              <a:ext uri="{FF2B5EF4-FFF2-40B4-BE49-F238E27FC236}">
                <a16:creationId xmlns:a16="http://schemas.microsoft.com/office/drawing/2014/main" id="{37C6B215-EACB-BF36-971E-E7E1709DE9C9}"/>
              </a:ext>
            </a:extLst>
          </p:cNvPr>
          <p:cNvSpPr/>
          <p:nvPr/>
        </p:nvSpPr>
        <p:spPr bwMode="gray">
          <a:xfrm>
            <a:off x="9609261" y="4260709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8" name="Rectangle 131">
            <a:extLst>
              <a:ext uri="{FF2B5EF4-FFF2-40B4-BE49-F238E27FC236}">
                <a16:creationId xmlns:a16="http://schemas.microsoft.com/office/drawing/2014/main" id="{6500DFC7-07B2-4F6F-2C27-92E63C021D89}"/>
              </a:ext>
            </a:extLst>
          </p:cNvPr>
          <p:cNvSpPr/>
          <p:nvPr/>
        </p:nvSpPr>
        <p:spPr bwMode="gray">
          <a:xfrm>
            <a:off x="10234261" y="4260709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99" name="Rectangle 132">
            <a:extLst>
              <a:ext uri="{FF2B5EF4-FFF2-40B4-BE49-F238E27FC236}">
                <a16:creationId xmlns:a16="http://schemas.microsoft.com/office/drawing/2014/main" id="{8B1B4EB7-8899-1C0E-873B-D81D0ECA19F8}"/>
              </a:ext>
            </a:extLst>
          </p:cNvPr>
          <p:cNvSpPr/>
          <p:nvPr/>
        </p:nvSpPr>
        <p:spPr bwMode="gray">
          <a:xfrm>
            <a:off x="10859261" y="4260709"/>
            <a:ext cx="548332" cy="4866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itchFamily="34" charset="0"/>
            </a:endParaRPr>
          </a:p>
        </p:txBody>
      </p:sp>
      <p:sp>
        <p:nvSpPr>
          <p:cNvPr id="200" name="TextBox 120">
            <a:extLst>
              <a:ext uri="{FF2B5EF4-FFF2-40B4-BE49-F238E27FC236}">
                <a16:creationId xmlns:a16="http://schemas.microsoft.com/office/drawing/2014/main" id="{046BFE81-5987-E613-DC74-1B48F8D5883F}"/>
              </a:ext>
            </a:extLst>
          </p:cNvPr>
          <p:cNvSpPr txBox="1"/>
          <p:nvPr/>
        </p:nvSpPr>
        <p:spPr>
          <a:xfrm>
            <a:off x="9609261" y="6106525"/>
            <a:ext cx="63366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</a:rPr>
              <a:t>Lower</a:t>
            </a:r>
          </a:p>
        </p:txBody>
      </p:sp>
      <p:sp>
        <p:nvSpPr>
          <p:cNvPr id="201" name="TextBox 121">
            <a:extLst>
              <a:ext uri="{FF2B5EF4-FFF2-40B4-BE49-F238E27FC236}">
                <a16:creationId xmlns:a16="http://schemas.microsoft.com/office/drawing/2014/main" id="{3DB22E48-F3BF-197A-602E-20B589F4BFDE}"/>
              </a:ext>
            </a:extLst>
          </p:cNvPr>
          <p:cNvSpPr txBox="1"/>
          <p:nvPr/>
        </p:nvSpPr>
        <p:spPr>
          <a:xfrm>
            <a:off x="10780560" y="6106525"/>
            <a:ext cx="63366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</a:rPr>
              <a:t>Higher</a:t>
            </a:r>
          </a:p>
        </p:txBody>
      </p:sp>
      <p:sp>
        <p:nvSpPr>
          <p:cNvPr id="202" name="TextBox 128">
            <a:extLst>
              <a:ext uri="{FF2B5EF4-FFF2-40B4-BE49-F238E27FC236}">
                <a16:creationId xmlns:a16="http://schemas.microsoft.com/office/drawing/2014/main" id="{5C319FA2-7EC4-E680-EDD0-B7954BFEDBF3}"/>
              </a:ext>
            </a:extLst>
          </p:cNvPr>
          <p:cNvSpPr txBox="1"/>
          <p:nvPr/>
        </p:nvSpPr>
        <p:spPr>
          <a:xfrm>
            <a:off x="8890051" y="4266900"/>
            <a:ext cx="3884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</a:rPr>
              <a:t>Higher</a:t>
            </a:r>
          </a:p>
        </p:txBody>
      </p:sp>
      <p:sp>
        <p:nvSpPr>
          <p:cNvPr id="203" name="TextBox 129">
            <a:extLst>
              <a:ext uri="{FF2B5EF4-FFF2-40B4-BE49-F238E27FC236}">
                <a16:creationId xmlns:a16="http://schemas.microsoft.com/office/drawing/2014/main" id="{78133E91-E36F-D464-2B77-47487636D73A}"/>
              </a:ext>
            </a:extLst>
          </p:cNvPr>
          <p:cNvSpPr txBox="1"/>
          <p:nvPr/>
        </p:nvSpPr>
        <p:spPr>
          <a:xfrm>
            <a:off x="8878845" y="5730773"/>
            <a:ext cx="399695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</a:rPr>
              <a:t>Lower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" panose="020B0503030202060203" pitchFamily="34" charset="0"/>
              <a:ea typeface="+mn-ea"/>
            </a:endParaRPr>
          </a:p>
        </p:txBody>
      </p:sp>
      <p:sp>
        <p:nvSpPr>
          <p:cNvPr id="204" name="Oval 5">
            <a:extLst>
              <a:ext uri="{FF2B5EF4-FFF2-40B4-BE49-F238E27FC236}">
                <a16:creationId xmlns:a16="http://schemas.microsoft.com/office/drawing/2014/main" id="{E357E407-E1C5-16EE-238F-83CD5C6BA470}"/>
              </a:ext>
            </a:extLst>
          </p:cNvPr>
          <p:cNvSpPr/>
          <p:nvPr/>
        </p:nvSpPr>
        <p:spPr>
          <a:xfrm>
            <a:off x="9770814" y="5211785"/>
            <a:ext cx="239776" cy="23977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05" name="Oval 5">
            <a:extLst>
              <a:ext uri="{FF2B5EF4-FFF2-40B4-BE49-F238E27FC236}">
                <a16:creationId xmlns:a16="http://schemas.microsoft.com/office/drawing/2014/main" id="{0D824089-5E7D-B7D1-8FE7-32C8292A9A16}"/>
              </a:ext>
            </a:extLst>
          </p:cNvPr>
          <p:cNvSpPr/>
          <p:nvPr/>
        </p:nvSpPr>
        <p:spPr>
          <a:xfrm>
            <a:off x="10396998" y="4376285"/>
            <a:ext cx="239775" cy="23977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06" name="TextBox 116">
            <a:extLst>
              <a:ext uri="{FF2B5EF4-FFF2-40B4-BE49-F238E27FC236}">
                <a16:creationId xmlns:a16="http://schemas.microsoft.com/office/drawing/2014/main" id="{8B0C482D-8E10-EFB3-5A4B-15F10BAB18B2}"/>
              </a:ext>
            </a:extLst>
          </p:cNvPr>
          <p:cNvSpPr txBox="1"/>
          <p:nvPr/>
        </p:nvSpPr>
        <p:spPr>
          <a:xfrm>
            <a:off x="10061675" y="6054260"/>
            <a:ext cx="871030" cy="183299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 anchor="ctr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Complexity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7" name="TextBox 127">
            <a:extLst>
              <a:ext uri="{FF2B5EF4-FFF2-40B4-BE49-F238E27FC236}">
                <a16:creationId xmlns:a16="http://schemas.microsoft.com/office/drawing/2014/main" id="{C2073C0A-5FD7-B9D0-1176-7EDD268EC467}"/>
              </a:ext>
            </a:extLst>
          </p:cNvPr>
          <p:cNvSpPr txBox="1"/>
          <p:nvPr/>
        </p:nvSpPr>
        <p:spPr>
          <a:xfrm rot="16200000">
            <a:off x="8831885" y="4967788"/>
            <a:ext cx="801270" cy="18104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Benefits</a:t>
            </a:r>
          </a:p>
        </p:txBody>
      </p:sp>
      <p:sp>
        <p:nvSpPr>
          <p:cNvPr id="208" name="Oval 5">
            <a:extLst>
              <a:ext uri="{FF2B5EF4-FFF2-40B4-BE49-F238E27FC236}">
                <a16:creationId xmlns:a16="http://schemas.microsoft.com/office/drawing/2014/main" id="{C6AE8294-8F7A-A8F4-67CD-113EAD016F7E}"/>
              </a:ext>
            </a:extLst>
          </p:cNvPr>
          <p:cNvSpPr/>
          <p:nvPr/>
        </p:nvSpPr>
        <p:spPr>
          <a:xfrm>
            <a:off x="11012129" y="4935383"/>
            <a:ext cx="239775" cy="2397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09" name="Rectangle 55">
            <a:extLst>
              <a:ext uri="{FF2B5EF4-FFF2-40B4-BE49-F238E27FC236}">
                <a16:creationId xmlns:a16="http://schemas.microsoft.com/office/drawing/2014/main" id="{7E520ED6-0AC1-A57E-9242-6198DAE11D2B}"/>
              </a:ext>
            </a:extLst>
          </p:cNvPr>
          <p:cNvSpPr>
            <a:spLocks/>
          </p:cNvSpPr>
          <p:nvPr/>
        </p:nvSpPr>
        <p:spPr>
          <a:xfrm>
            <a:off x="10730706" y="4642110"/>
            <a:ext cx="869130" cy="214089"/>
          </a:xfrm>
          <a:prstGeom prst="roundRect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0" rIns="0" bIns="0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  <a:spcAft>
                <a:spcPts val="300"/>
              </a:spcAft>
            </a:pPr>
            <a:r>
              <a:rPr lang="en-US" sz="800" b="1">
                <a:solidFill>
                  <a:schemeClr val="tx2"/>
                </a:solidFill>
                <a:latin typeface="Graphik" panose="020B0503030202060203" pitchFamily="34" charset="0"/>
              </a:rPr>
              <a:t>Recommended</a:t>
            </a:r>
          </a:p>
        </p:txBody>
      </p:sp>
      <p:cxnSp>
        <p:nvCxnSpPr>
          <p:cNvPr id="210" name="Straight Arrow Connector 7">
            <a:extLst>
              <a:ext uri="{FF2B5EF4-FFF2-40B4-BE49-F238E27FC236}">
                <a16:creationId xmlns:a16="http://schemas.microsoft.com/office/drawing/2014/main" id="{41D97FF8-0D2C-F5B5-48F7-0B37B71830F5}"/>
              </a:ext>
            </a:extLst>
          </p:cNvPr>
          <p:cNvCxnSpPr>
            <a:cxnSpLocks/>
            <a:stCxn id="209" idx="0"/>
            <a:endCxn id="205" idx="6"/>
          </p:cNvCxnSpPr>
          <p:nvPr/>
        </p:nvCxnSpPr>
        <p:spPr>
          <a:xfrm flipH="1" flipV="1">
            <a:off x="10636773" y="4496174"/>
            <a:ext cx="528499" cy="145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1C723A8-01C3-32ED-855D-BB1BCB2C5DD9}"/>
              </a:ext>
            </a:extLst>
          </p:cNvPr>
          <p:cNvCxnSpPr>
            <a:cxnSpLocks/>
          </p:cNvCxnSpPr>
          <p:nvPr/>
        </p:nvCxnSpPr>
        <p:spPr>
          <a:xfrm>
            <a:off x="8811262" y="4093534"/>
            <a:ext cx="2786047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23D95479-BC06-2387-FB33-A2F9F6406F50}"/>
              </a:ext>
            </a:extLst>
          </p:cNvPr>
          <p:cNvSpPr txBox="1"/>
          <p:nvPr/>
        </p:nvSpPr>
        <p:spPr>
          <a:xfrm>
            <a:off x="8696257" y="3844547"/>
            <a:ext cx="705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Results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F590D0FF-2958-7959-45A1-68CBACEAE154}"/>
              </a:ext>
            </a:extLst>
          </p:cNvPr>
          <p:cNvCxnSpPr>
            <a:cxnSpLocks/>
          </p:cNvCxnSpPr>
          <p:nvPr/>
        </p:nvCxnSpPr>
        <p:spPr>
          <a:xfrm>
            <a:off x="8811262" y="2890771"/>
            <a:ext cx="2786047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6AF6FB09-A72C-5A21-2C7F-1F9972DC5FA4}"/>
              </a:ext>
            </a:extLst>
          </p:cNvPr>
          <p:cNvSpPr txBox="1"/>
          <p:nvPr/>
        </p:nvSpPr>
        <p:spPr>
          <a:xfrm>
            <a:off x="8696256" y="2636260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Strategic criteria (qualitative – L, M, H)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DD5FE22-40DE-256D-9DA6-C790C09AFF68}"/>
              </a:ext>
            </a:extLst>
          </p:cNvPr>
          <p:cNvSpPr txBox="1"/>
          <p:nvPr/>
        </p:nvSpPr>
        <p:spPr>
          <a:xfrm>
            <a:off x="8696256" y="2950433"/>
            <a:ext cx="29010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Benefits: reduction in fraud losses </a:t>
            </a:r>
          </a:p>
          <a:p>
            <a:pPr marL="72000" indent="-72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Benefits: reduction in false positives</a:t>
            </a:r>
          </a:p>
          <a:p>
            <a:pPr marL="72000" indent="-72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Complexity: costs per transaction </a:t>
            </a:r>
          </a:p>
          <a:p>
            <a:pPr marL="72000" indent="-72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Complexity: CAPEX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B43ACA46-35C9-3FA8-5F7B-499A19865789}"/>
              </a:ext>
            </a:extLst>
          </p:cNvPr>
          <p:cNvSpPr/>
          <p:nvPr/>
        </p:nvSpPr>
        <p:spPr>
          <a:xfrm>
            <a:off x="4158211" y="4148094"/>
            <a:ext cx="1740282" cy="532233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2E50DE3-AF58-53C4-2A87-3477FFE3AB94}"/>
              </a:ext>
            </a:extLst>
          </p:cNvPr>
          <p:cNvCxnSpPr>
            <a:cxnSpLocks/>
            <a:stCxn id="216" idx="0"/>
          </p:cNvCxnSpPr>
          <p:nvPr/>
        </p:nvCxnSpPr>
        <p:spPr>
          <a:xfrm flipV="1">
            <a:off x="5028352" y="1665600"/>
            <a:ext cx="3589969" cy="2482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Oval 217">
            <a:extLst>
              <a:ext uri="{FF2B5EF4-FFF2-40B4-BE49-F238E27FC236}">
                <a16:creationId xmlns:a16="http://schemas.microsoft.com/office/drawing/2014/main" id="{E082039C-1D08-0BCF-81C7-A0C73E2E27DA}"/>
              </a:ext>
            </a:extLst>
          </p:cNvPr>
          <p:cNvSpPr/>
          <p:nvPr/>
        </p:nvSpPr>
        <p:spPr>
          <a:xfrm>
            <a:off x="11277788" y="1886989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10B22665-F2E9-DAF5-DFE1-A111EC861A84}"/>
              </a:ext>
            </a:extLst>
          </p:cNvPr>
          <p:cNvSpPr/>
          <p:nvPr/>
        </p:nvSpPr>
        <p:spPr>
          <a:xfrm>
            <a:off x="10674044" y="2119837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E71C4DC7-CCC8-6613-8826-958F96D699C8}"/>
              </a:ext>
            </a:extLst>
          </p:cNvPr>
          <p:cNvSpPr/>
          <p:nvPr/>
        </p:nvSpPr>
        <p:spPr>
          <a:xfrm>
            <a:off x="10674044" y="2404710"/>
            <a:ext cx="108000" cy="108000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50388E5C-CC10-7642-6855-8F606C7970A9}"/>
              </a:ext>
            </a:extLst>
          </p:cNvPr>
          <p:cNvSpPr/>
          <p:nvPr/>
        </p:nvSpPr>
        <p:spPr>
          <a:xfrm>
            <a:off x="11353817" y="1886989"/>
            <a:ext cx="108000" cy="108000"/>
          </a:xfrm>
          <a:prstGeom prst="ellipse">
            <a:avLst/>
          </a:prstGeom>
          <a:solidFill>
            <a:srgbClr val="00B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B3ABA7F-CF38-CDCF-0795-1C9A80B5D7DA}"/>
              </a:ext>
            </a:extLst>
          </p:cNvPr>
          <p:cNvSpPr txBox="1"/>
          <p:nvPr/>
        </p:nvSpPr>
        <p:spPr>
          <a:xfrm>
            <a:off x="3838428" y="6528082"/>
            <a:ext cx="545021" cy="16158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050" b="1" dirty="0"/>
              <a:t>Legend:</a:t>
            </a:r>
          </a:p>
        </p:txBody>
      </p:sp>
    </p:spTree>
    <p:extLst>
      <p:ext uri="{BB962C8B-B14F-4D97-AF65-F5344CB8AC3E}">
        <p14:creationId xmlns:p14="http://schemas.microsoft.com/office/powerpoint/2010/main" val="152344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G8jsyRJE0WtnaYC.wc_h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8ZmWqvhwEmfysu_IZybZ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8ZmWqvhwEmfysu_IZybZ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OF_TM5OEe4z1BYttf_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OF_TM5OEe4z1BYttf_Q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fxxRAFpG0GzMhlrYcWZS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6E0N.j6QU6DmfkIbchc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_G2RgqVzE.sdpagab2_a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z7YegvjYkWH6a2F30WiM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ytGZ1kOU64iOx.fpBSl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8Ybr9Pe7kaLWXgbh5vIo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dDySzIN3UShP6cNnIu7T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OF_TM5OEe4z1BYttf_Q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OF_TM5OEe4z1BYttf_Q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6E0N.j6QU6DmfkIbchc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_G2RgqVzE.sdpagab2_a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z7YegvjYkWH6a2F30WiM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8X8C8TzuEav6WXwAFF8x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ADE3vhv06m17fmZMzcY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dDySzIN3UShP6cNnIu7T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b2uZDGCl0y4KVrhm0MaG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8Ybr9Pe7kaLWXgbh5vIo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b2uZDGCl0y4KVrhm0MaG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oYQa13XFUOZc1EXASO7L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OF_TM5OEe4z1BYttf_Q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OF_TM5OEe4z1BYttf_Q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KLKof7OKkSWAoN1w1SxS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NyrPK6a0OhAm781bnUN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9k2iNsIaE.L0WA95bhhy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9k2iNsIaE.L0WA95bhhy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9k2iNsIaE.L0WA95bhhy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w61ocxOAk6vA.Wsj4fabg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237</Words>
  <Application>Microsoft Office PowerPoint</Application>
  <PresentationFormat>Widescreen</PresentationFormat>
  <Paragraphs>92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2025-11-14T20:07:49Z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